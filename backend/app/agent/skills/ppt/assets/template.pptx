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6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30"/>
    <p:restoredTop sz="94669"/>
  </p:normalViewPr>
  <p:slideViewPr>
    <p:cSldViewPr snapToGrid="0">
      <p:cViewPr varScale="1">
        <p:scale>
          <a:sx n="95" d="100"/>
          <a:sy n="95" d="100"/>
        </p:scale>
        <p:origin x="200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2BF0F20-A6C5-E5C8-E9D9-5202192341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82537"/>
            <a:ext cx="9144000" cy="2387600"/>
          </a:xfrm>
        </p:spPr>
        <p:txBody>
          <a:bodyPr anchor="ctr" anchorCtr="0">
            <a:normAutofit/>
          </a:bodyPr>
          <a:lstStyle>
            <a:lvl1pPr algn="ctr">
              <a:defRPr sz="48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F2DD4FB-B8CB-B4AA-93F2-61B1AE29F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70782"/>
            <a:ext cx="9144000" cy="365125"/>
          </a:xfrm>
        </p:spPr>
        <p:txBody>
          <a:bodyPr/>
          <a:lstStyle>
            <a:lvl1pPr marL="0" indent="0" algn="ctr">
              <a:buNone/>
              <a:defRPr sz="2400" b="0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363549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551BD247-FE71-FF55-3D7B-BD377A641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21" y="79512"/>
            <a:ext cx="11923643" cy="443258"/>
          </a:xfrm>
        </p:spPr>
        <p:txBody>
          <a:bodyPr>
            <a:normAutofit/>
          </a:bodyPr>
          <a:lstStyle>
            <a:lvl1pPr>
              <a:defRPr sz="2200" b="1" i="0">
                <a:solidFill>
                  <a:srgbClr val="0368B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10" name="left_title">
            <a:extLst>
              <a:ext uri="{FF2B5EF4-FFF2-40B4-BE49-F238E27FC236}">
                <a16:creationId xmlns:a16="http://schemas.microsoft.com/office/drawing/2014/main" id="{19DB661D-B2C7-DA93-C989-D8F5A6D20C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3373" y="1607627"/>
            <a:ext cx="5353601" cy="565421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b="0" i="0">
                <a:solidFill>
                  <a:srgbClr val="0368B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单击此处编辑要点标题</a:t>
            </a:r>
          </a:p>
        </p:txBody>
      </p:sp>
      <p:sp>
        <p:nvSpPr>
          <p:cNvPr id="12" name="left_body">
            <a:extLst>
              <a:ext uri="{FF2B5EF4-FFF2-40B4-BE49-F238E27FC236}">
                <a16:creationId xmlns:a16="http://schemas.microsoft.com/office/drawing/2014/main" id="{80A07368-F71A-1462-0690-C30BBE297D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73" y="2439160"/>
            <a:ext cx="5353601" cy="316651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13" name="right_title">
            <a:extLst>
              <a:ext uri="{FF2B5EF4-FFF2-40B4-BE49-F238E27FC236}">
                <a16:creationId xmlns:a16="http://schemas.microsoft.com/office/drawing/2014/main" id="{22705D11-7B38-1F3A-EB30-64784C4BBB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94783" y="1607627"/>
            <a:ext cx="5353601" cy="565421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b="0" i="0">
                <a:solidFill>
                  <a:srgbClr val="0368B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单击此处编辑要点标题</a:t>
            </a:r>
          </a:p>
        </p:txBody>
      </p:sp>
      <p:sp>
        <p:nvSpPr>
          <p:cNvPr id="14" name="right_body">
            <a:extLst>
              <a:ext uri="{FF2B5EF4-FFF2-40B4-BE49-F238E27FC236}">
                <a16:creationId xmlns:a16="http://schemas.microsoft.com/office/drawing/2014/main" id="{6A8A7B87-CE24-7D0B-FE07-CC2543CF8E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94783" y="2439159"/>
            <a:ext cx="5353601" cy="3166509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85756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551BD247-FE71-FF55-3D7B-BD377A641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21" y="79512"/>
            <a:ext cx="11923643" cy="443258"/>
          </a:xfrm>
        </p:spPr>
        <p:txBody>
          <a:bodyPr>
            <a:normAutofit/>
          </a:bodyPr>
          <a:lstStyle>
            <a:lvl1pPr>
              <a:defRPr sz="2200" b="1" i="0">
                <a:solidFill>
                  <a:srgbClr val="0368B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10" name="col1_title">
            <a:extLst>
              <a:ext uri="{FF2B5EF4-FFF2-40B4-BE49-F238E27FC236}">
                <a16:creationId xmlns:a16="http://schemas.microsoft.com/office/drawing/2014/main" id="{19DB661D-B2C7-DA93-C989-D8F5A6D20C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112" y="1193804"/>
            <a:ext cx="5353601" cy="565421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b="0" i="0">
                <a:solidFill>
                  <a:srgbClr val="0368B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单击此处编辑要点标题</a:t>
            </a:r>
          </a:p>
        </p:txBody>
      </p:sp>
      <p:sp>
        <p:nvSpPr>
          <p:cNvPr id="12" name="col1_body">
            <a:extLst>
              <a:ext uri="{FF2B5EF4-FFF2-40B4-BE49-F238E27FC236}">
                <a16:creationId xmlns:a16="http://schemas.microsoft.com/office/drawing/2014/main" id="{80A07368-F71A-1462-0690-C30BBE297D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7112" y="1919012"/>
            <a:ext cx="5353601" cy="15099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2" name="col2_title">
            <a:extLst>
              <a:ext uri="{FF2B5EF4-FFF2-40B4-BE49-F238E27FC236}">
                <a16:creationId xmlns:a16="http://schemas.microsoft.com/office/drawing/2014/main" id="{BF69874E-5B63-1C27-EDB3-D7040C77F2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7112" y="3784604"/>
            <a:ext cx="5353601" cy="565421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b="0" i="0">
                <a:solidFill>
                  <a:srgbClr val="0368B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单击此处编辑要点标题</a:t>
            </a:r>
          </a:p>
        </p:txBody>
      </p:sp>
      <p:sp>
        <p:nvSpPr>
          <p:cNvPr id="3" name="col2_body">
            <a:extLst>
              <a:ext uri="{FF2B5EF4-FFF2-40B4-BE49-F238E27FC236}">
                <a16:creationId xmlns:a16="http://schemas.microsoft.com/office/drawing/2014/main" id="{22E4AB65-2621-69A0-9098-2D27B712E2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7112" y="4509812"/>
            <a:ext cx="5353601" cy="15099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5" name="image">
            <a:extLst>
              <a:ext uri="{FF2B5EF4-FFF2-40B4-BE49-F238E27FC236}">
                <a16:creationId xmlns:a16="http://schemas.microsoft.com/office/drawing/2014/main" id="{18EED482-D0DB-728A-4F97-0FE3BD7624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1" y="1193804"/>
            <a:ext cx="5764696" cy="4826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4703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551BD247-FE71-FF55-3D7B-BD377A641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21" y="79512"/>
            <a:ext cx="11923643" cy="443258"/>
          </a:xfrm>
        </p:spPr>
        <p:txBody>
          <a:bodyPr>
            <a:normAutofit/>
          </a:bodyPr>
          <a:lstStyle>
            <a:lvl1pPr>
              <a:defRPr sz="2200" b="1" i="0">
                <a:solidFill>
                  <a:srgbClr val="0368B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10" name="col1_title">
            <a:extLst>
              <a:ext uri="{FF2B5EF4-FFF2-40B4-BE49-F238E27FC236}">
                <a16:creationId xmlns:a16="http://schemas.microsoft.com/office/drawing/2014/main" id="{19DB661D-B2C7-DA93-C989-D8F5A6D20C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3373" y="921219"/>
            <a:ext cx="5353601" cy="565421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b="0" i="0">
                <a:solidFill>
                  <a:srgbClr val="0368B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单击此处编辑要点标题</a:t>
            </a:r>
          </a:p>
        </p:txBody>
      </p:sp>
      <p:sp>
        <p:nvSpPr>
          <p:cNvPr id="12" name="col2_body">
            <a:extLst>
              <a:ext uri="{FF2B5EF4-FFF2-40B4-BE49-F238E27FC236}">
                <a16:creationId xmlns:a16="http://schemas.microsoft.com/office/drawing/2014/main" id="{80A07368-F71A-1462-0690-C30BBE297D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73" y="1646427"/>
            <a:ext cx="5353601" cy="1629257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13" name="col2_title">
            <a:extLst>
              <a:ext uri="{FF2B5EF4-FFF2-40B4-BE49-F238E27FC236}">
                <a16:creationId xmlns:a16="http://schemas.microsoft.com/office/drawing/2014/main" id="{22705D11-7B38-1F3A-EB30-64784C4BBB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94783" y="921219"/>
            <a:ext cx="5353601" cy="565421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b="0" i="0">
                <a:solidFill>
                  <a:srgbClr val="0368B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单击此处编辑要点标题</a:t>
            </a:r>
          </a:p>
        </p:txBody>
      </p:sp>
      <p:sp>
        <p:nvSpPr>
          <p:cNvPr id="14" name="col2_body">
            <a:extLst>
              <a:ext uri="{FF2B5EF4-FFF2-40B4-BE49-F238E27FC236}">
                <a16:creationId xmlns:a16="http://schemas.microsoft.com/office/drawing/2014/main" id="{6A8A7B87-CE24-7D0B-FE07-CC2543CF8E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94783" y="1646427"/>
            <a:ext cx="5353601" cy="1629256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2" name="col3_title">
            <a:extLst>
              <a:ext uri="{FF2B5EF4-FFF2-40B4-BE49-F238E27FC236}">
                <a16:creationId xmlns:a16="http://schemas.microsoft.com/office/drawing/2014/main" id="{49BBA4E9-5940-01CD-2850-DEB8FDEB67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3373" y="3674134"/>
            <a:ext cx="5353601" cy="565421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b="0" i="0">
                <a:solidFill>
                  <a:srgbClr val="0368B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单击此处编辑要点标题</a:t>
            </a:r>
          </a:p>
        </p:txBody>
      </p:sp>
      <p:sp>
        <p:nvSpPr>
          <p:cNvPr id="3" name="col3_body">
            <a:extLst>
              <a:ext uri="{FF2B5EF4-FFF2-40B4-BE49-F238E27FC236}">
                <a16:creationId xmlns:a16="http://schemas.microsoft.com/office/drawing/2014/main" id="{193B37A2-673A-B409-C46A-6ECB6DF128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3373" y="4399342"/>
            <a:ext cx="5353601" cy="1629257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4" name="col4_title">
            <a:extLst>
              <a:ext uri="{FF2B5EF4-FFF2-40B4-BE49-F238E27FC236}">
                <a16:creationId xmlns:a16="http://schemas.microsoft.com/office/drawing/2014/main" id="{C9EBE7FF-19AB-4829-3F64-48453D19C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4783" y="3674134"/>
            <a:ext cx="5353601" cy="565421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b="0" i="0">
                <a:solidFill>
                  <a:srgbClr val="0368B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单击此处编辑要点标题</a:t>
            </a:r>
          </a:p>
        </p:txBody>
      </p:sp>
      <p:sp>
        <p:nvSpPr>
          <p:cNvPr id="5" name="col4_body">
            <a:extLst>
              <a:ext uri="{FF2B5EF4-FFF2-40B4-BE49-F238E27FC236}">
                <a16:creationId xmlns:a16="http://schemas.microsoft.com/office/drawing/2014/main" id="{CDCD4BB4-073F-7CC2-91A2-306A1A1FBC0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94783" y="4399342"/>
            <a:ext cx="5353601" cy="1629256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21149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要点列表-纵向六条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item1_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640080" y="844008"/>
            <a:ext cx="10881360" cy="396000"/>
          </a:xfrm>
        </p:spPr>
        <p:txBody>
          <a:bodyPr lIns="90000" anchor="ctr" anchorCtr="0">
            <a:normAutofit/>
          </a:bodyPr>
          <a:lstStyle>
            <a:lvl1pPr marL="0" indent="0">
              <a:buNone/>
              <a:defRPr sz="18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 dirty="0"/>
              <a:t>要点标题</a:t>
            </a:r>
          </a:p>
        </p:txBody>
      </p:sp>
      <p:sp>
        <p:nvSpPr>
          <p:cNvPr id="21" name="item1_body"/>
          <p:cNvSpPr>
            <a:spLocks noGrp="1"/>
          </p:cNvSpPr>
          <p:nvPr>
            <p:ph type="body" sz="quarter" idx="11" hasCustomPrompt="1"/>
          </p:nvPr>
        </p:nvSpPr>
        <p:spPr>
          <a:xfrm>
            <a:off x="640080" y="1297379"/>
            <a:ext cx="10881360" cy="338328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要点正文</a:t>
            </a:r>
          </a:p>
        </p:txBody>
      </p:sp>
      <p:sp>
        <p:nvSpPr>
          <p:cNvPr id="22" name="item2_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40080" y="1809190"/>
            <a:ext cx="10881360" cy="396000"/>
          </a:xfrm>
        </p:spPr>
        <p:txBody>
          <a:bodyPr vert="horz" lIns="90000" tIns="45720" rIns="91440" bIns="45720" rtlCol="0" anchor="ctr" anchorCtr="0">
            <a:normAutofit/>
          </a:bodyPr>
          <a:lstStyle>
            <a:lvl1pPr>
              <a:defRPr lang="zh-CN" sz="18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 dirty="0"/>
              <a:t>要点标题</a:t>
            </a:r>
          </a:p>
        </p:txBody>
      </p:sp>
      <p:sp>
        <p:nvSpPr>
          <p:cNvPr id="23" name="item2_body"/>
          <p:cNvSpPr>
            <a:spLocks noGrp="1"/>
          </p:cNvSpPr>
          <p:nvPr>
            <p:ph type="body" sz="quarter" idx="13" hasCustomPrompt="1"/>
          </p:nvPr>
        </p:nvSpPr>
        <p:spPr>
          <a:xfrm>
            <a:off x="640080" y="2262561"/>
            <a:ext cx="10881360" cy="338328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要点正文</a:t>
            </a:r>
          </a:p>
        </p:txBody>
      </p:sp>
      <p:sp>
        <p:nvSpPr>
          <p:cNvPr id="24" name="item3_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640080" y="2774372"/>
            <a:ext cx="10881360" cy="396000"/>
          </a:xfrm>
        </p:spPr>
        <p:txBody>
          <a:bodyPr vert="horz" lIns="90000" tIns="45720" rIns="91440" bIns="45720" rtlCol="0" anchor="ctr" anchorCtr="0">
            <a:normAutofit/>
          </a:bodyPr>
          <a:lstStyle>
            <a:lvl1pPr>
              <a:defRPr lang="zh-CN" sz="18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/>
              <a:t>要点标题</a:t>
            </a:r>
          </a:p>
        </p:txBody>
      </p:sp>
      <p:sp>
        <p:nvSpPr>
          <p:cNvPr id="25" name="item3_body"/>
          <p:cNvSpPr>
            <a:spLocks noGrp="1"/>
          </p:cNvSpPr>
          <p:nvPr>
            <p:ph type="body" sz="quarter" idx="15" hasCustomPrompt="1"/>
          </p:nvPr>
        </p:nvSpPr>
        <p:spPr>
          <a:xfrm>
            <a:off x="640080" y="3227743"/>
            <a:ext cx="10881360" cy="338328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要点正文</a:t>
            </a:r>
          </a:p>
        </p:txBody>
      </p:sp>
      <p:sp>
        <p:nvSpPr>
          <p:cNvPr id="26" name="item4_title"/>
          <p:cNvSpPr>
            <a:spLocks noGrp="1"/>
          </p:cNvSpPr>
          <p:nvPr>
            <p:ph type="body" sz="quarter" idx="16" hasCustomPrompt="1"/>
          </p:nvPr>
        </p:nvSpPr>
        <p:spPr>
          <a:xfrm>
            <a:off x="640080" y="3739554"/>
            <a:ext cx="10881360" cy="396000"/>
          </a:xfrm>
        </p:spPr>
        <p:txBody>
          <a:bodyPr vert="horz" lIns="90000" tIns="45720" rIns="91440" bIns="45720" rtlCol="0" anchor="ctr" anchorCtr="0">
            <a:normAutofit/>
          </a:bodyPr>
          <a:lstStyle>
            <a:lvl1pPr>
              <a:defRPr lang="zh-CN" sz="18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/>
              <a:t>要点标题</a:t>
            </a:r>
          </a:p>
        </p:txBody>
      </p:sp>
      <p:sp>
        <p:nvSpPr>
          <p:cNvPr id="27" name="item4_body"/>
          <p:cNvSpPr>
            <a:spLocks noGrp="1"/>
          </p:cNvSpPr>
          <p:nvPr>
            <p:ph type="body" sz="quarter" idx="17" hasCustomPrompt="1"/>
          </p:nvPr>
        </p:nvSpPr>
        <p:spPr>
          <a:xfrm>
            <a:off x="640080" y="4192925"/>
            <a:ext cx="10881360" cy="338328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要点正文</a:t>
            </a:r>
          </a:p>
        </p:txBody>
      </p:sp>
      <p:sp>
        <p:nvSpPr>
          <p:cNvPr id="28" name="item5_title"/>
          <p:cNvSpPr>
            <a:spLocks noGrp="1"/>
          </p:cNvSpPr>
          <p:nvPr>
            <p:ph type="body" sz="quarter" idx="18" hasCustomPrompt="1"/>
          </p:nvPr>
        </p:nvSpPr>
        <p:spPr>
          <a:xfrm>
            <a:off x="640080" y="4704736"/>
            <a:ext cx="10881360" cy="396000"/>
          </a:xfrm>
        </p:spPr>
        <p:txBody>
          <a:bodyPr vert="horz" lIns="90000" tIns="45720" rIns="91440" bIns="45720" rtlCol="0" anchor="ctr" anchorCtr="0">
            <a:normAutofit/>
          </a:bodyPr>
          <a:lstStyle>
            <a:lvl1pPr>
              <a:defRPr lang="zh-CN" sz="18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 dirty="0"/>
              <a:t>要点标题</a:t>
            </a:r>
          </a:p>
        </p:txBody>
      </p:sp>
      <p:sp>
        <p:nvSpPr>
          <p:cNvPr id="29" name="item5_body"/>
          <p:cNvSpPr>
            <a:spLocks noGrp="1"/>
          </p:cNvSpPr>
          <p:nvPr>
            <p:ph type="body" sz="quarter" idx="19" hasCustomPrompt="1"/>
          </p:nvPr>
        </p:nvSpPr>
        <p:spPr>
          <a:xfrm>
            <a:off x="640080" y="5158107"/>
            <a:ext cx="10881360" cy="338328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要点正文</a:t>
            </a:r>
          </a:p>
        </p:txBody>
      </p:sp>
      <p:sp>
        <p:nvSpPr>
          <p:cNvPr id="30" name="item6_title"/>
          <p:cNvSpPr>
            <a:spLocks noGrp="1"/>
          </p:cNvSpPr>
          <p:nvPr>
            <p:ph type="body" sz="quarter" idx="20" hasCustomPrompt="1"/>
          </p:nvPr>
        </p:nvSpPr>
        <p:spPr>
          <a:xfrm>
            <a:off x="640080" y="5669918"/>
            <a:ext cx="10881360" cy="396000"/>
          </a:xfrm>
        </p:spPr>
        <p:txBody>
          <a:bodyPr vert="horz" lIns="90000" tIns="45720" rIns="91440" bIns="45720" rtlCol="0" anchor="ctr" anchorCtr="0">
            <a:normAutofit/>
          </a:bodyPr>
          <a:lstStyle>
            <a:lvl1pPr>
              <a:defRPr lang="zh-CN" sz="18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 dirty="0"/>
              <a:t>要点标题</a:t>
            </a:r>
          </a:p>
        </p:txBody>
      </p:sp>
      <p:sp>
        <p:nvSpPr>
          <p:cNvPr id="31" name="item6_body"/>
          <p:cNvSpPr>
            <a:spLocks noGrp="1"/>
          </p:cNvSpPr>
          <p:nvPr>
            <p:ph type="body" sz="quarter" idx="21" hasCustomPrompt="1"/>
          </p:nvPr>
        </p:nvSpPr>
        <p:spPr>
          <a:xfrm>
            <a:off x="640080" y="6123284"/>
            <a:ext cx="10881360" cy="338328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要点列表-横向四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item1_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594360" y="1234440"/>
            <a:ext cx="2468880" cy="475488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 dirty="0"/>
              <a:t>要点标题</a:t>
            </a:r>
          </a:p>
        </p:txBody>
      </p:sp>
      <p:sp>
        <p:nvSpPr>
          <p:cNvPr id="21" name="item1_body"/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1837944"/>
            <a:ext cx="2468880" cy="3877056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要点正文</a:t>
            </a:r>
          </a:p>
        </p:txBody>
      </p:sp>
      <p:sp>
        <p:nvSpPr>
          <p:cNvPr id="22" name="item2_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3456432" y="1234440"/>
            <a:ext cx="2468880" cy="475488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要点标题</a:t>
            </a:r>
          </a:p>
        </p:txBody>
      </p:sp>
      <p:sp>
        <p:nvSpPr>
          <p:cNvPr id="23" name="item2_body"/>
          <p:cNvSpPr>
            <a:spLocks noGrp="1"/>
          </p:cNvSpPr>
          <p:nvPr>
            <p:ph type="body" sz="quarter" idx="13" hasCustomPrompt="1"/>
          </p:nvPr>
        </p:nvSpPr>
        <p:spPr>
          <a:xfrm>
            <a:off x="3456432" y="1837944"/>
            <a:ext cx="2468880" cy="3877056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要点正文</a:t>
            </a:r>
          </a:p>
        </p:txBody>
      </p:sp>
      <p:sp>
        <p:nvSpPr>
          <p:cNvPr id="24" name="item3_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6318504" y="1234440"/>
            <a:ext cx="2468880" cy="475488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要点标题</a:t>
            </a:r>
          </a:p>
        </p:txBody>
      </p:sp>
      <p:sp>
        <p:nvSpPr>
          <p:cNvPr id="25" name="item3_body"/>
          <p:cNvSpPr>
            <a:spLocks noGrp="1"/>
          </p:cNvSpPr>
          <p:nvPr>
            <p:ph type="body" sz="quarter" idx="15" hasCustomPrompt="1"/>
          </p:nvPr>
        </p:nvSpPr>
        <p:spPr>
          <a:xfrm>
            <a:off x="6318504" y="1837944"/>
            <a:ext cx="2468880" cy="3877056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要点正文</a:t>
            </a:r>
          </a:p>
        </p:txBody>
      </p:sp>
      <p:sp>
        <p:nvSpPr>
          <p:cNvPr id="26" name="item4_title"/>
          <p:cNvSpPr>
            <a:spLocks noGrp="1"/>
          </p:cNvSpPr>
          <p:nvPr>
            <p:ph type="body" sz="quarter" idx="16" hasCustomPrompt="1"/>
          </p:nvPr>
        </p:nvSpPr>
        <p:spPr>
          <a:xfrm>
            <a:off x="9180576" y="1234440"/>
            <a:ext cx="2468880" cy="475488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要点标题</a:t>
            </a:r>
          </a:p>
        </p:txBody>
      </p:sp>
      <p:sp>
        <p:nvSpPr>
          <p:cNvPr id="27" name="item4_body"/>
          <p:cNvSpPr>
            <a:spLocks noGrp="1"/>
          </p:cNvSpPr>
          <p:nvPr>
            <p:ph type="body" sz="quarter" idx="17" hasCustomPrompt="1"/>
          </p:nvPr>
        </p:nvSpPr>
        <p:spPr>
          <a:xfrm>
            <a:off x="9180576" y="1837944"/>
            <a:ext cx="2468880" cy="3877056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要点正文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要点列表-双列六条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item1_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1005840"/>
            <a:ext cx="5074920" cy="3600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8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 dirty="0"/>
              <a:t>要点标题</a:t>
            </a:r>
          </a:p>
        </p:txBody>
      </p:sp>
      <p:sp>
        <p:nvSpPr>
          <p:cNvPr id="21" name="item1_body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1412748"/>
            <a:ext cx="5074920" cy="111099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 dirty="0"/>
              <a:t>要点正文</a:t>
            </a:r>
          </a:p>
        </p:txBody>
      </p:sp>
      <p:sp>
        <p:nvSpPr>
          <p:cNvPr id="22" name="item2_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2835510"/>
            <a:ext cx="5074920" cy="3600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8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要点标题</a:t>
            </a:r>
          </a:p>
        </p:txBody>
      </p:sp>
      <p:sp>
        <p:nvSpPr>
          <p:cNvPr id="23" name="item2_body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242418"/>
            <a:ext cx="5074920" cy="111099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要点正文</a:t>
            </a:r>
          </a:p>
        </p:txBody>
      </p:sp>
      <p:sp>
        <p:nvSpPr>
          <p:cNvPr id="24" name="item3_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685800" y="4679693"/>
            <a:ext cx="5074920" cy="3600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8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要点标题</a:t>
            </a:r>
          </a:p>
        </p:txBody>
      </p:sp>
      <p:sp>
        <p:nvSpPr>
          <p:cNvPr id="25" name="item3_body"/>
          <p:cNvSpPr>
            <a:spLocks noGrp="1"/>
          </p:cNvSpPr>
          <p:nvPr>
            <p:ph type="body" sz="quarter" idx="15" hasCustomPrompt="1"/>
          </p:nvPr>
        </p:nvSpPr>
        <p:spPr>
          <a:xfrm>
            <a:off x="685800" y="5086601"/>
            <a:ext cx="5074920" cy="111099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要点正文</a:t>
            </a:r>
          </a:p>
        </p:txBody>
      </p:sp>
      <p:sp>
        <p:nvSpPr>
          <p:cNvPr id="26" name="item4_title"/>
          <p:cNvSpPr>
            <a:spLocks noGrp="1"/>
          </p:cNvSpPr>
          <p:nvPr>
            <p:ph type="body" sz="quarter" idx="16" hasCustomPrompt="1"/>
          </p:nvPr>
        </p:nvSpPr>
        <p:spPr>
          <a:xfrm>
            <a:off x="6355080" y="1005840"/>
            <a:ext cx="5074920" cy="3600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8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要点标题</a:t>
            </a:r>
          </a:p>
        </p:txBody>
      </p:sp>
      <p:sp>
        <p:nvSpPr>
          <p:cNvPr id="27" name="item4_body"/>
          <p:cNvSpPr>
            <a:spLocks noGrp="1"/>
          </p:cNvSpPr>
          <p:nvPr>
            <p:ph type="body" sz="quarter" idx="17" hasCustomPrompt="1"/>
          </p:nvPr>
        </p:nvSpPr>
        <p:spPr>
          <a:xfrm>
            <a:off x="6355080" y="1412748"/>
            <a:ext cx="5074920" cy="111099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要点正文</a:t>
            </a:r>
          </a:p>
        </p:txBody>
      </p:sp>
      <p:sp>
        <p:nvSpPr>
          <p:cNvPr id="28" name="item5_title"/>
          <p:cNvSpPr>
            <a:spLocks noGrp="1"/>
          </p:cNvSpPr>
          <p:nvPr>
            <p:ph type="body" sz="quarter" idx="18" hasCustomPrompt="1"/>
          </p:nvPr>
        </p:nvSpPr>
        <p:spPr>
          <a:xfrm>
            <a:off x="6355080" y="2835510"/>
            <a:ext cx="5074920" cy="3600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8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要点标题</a:t>
            </a:r>
          </a:p>
        </p:txBody>
      </p:sp>
      <p:sp>
        <p:nvSpPr>
          <p:cNvPr id="29" name="item5_body"/>
          <p:cNvSpPr>
            <a:spLocks noGrp="1"/>
          </p:cNvSpPr>
          <p:nvPr>
            <p:ph type="body" sz="quarter" idx="19" hasCustomPrompt="1"/>
          </p:nvPr>
        </p:nvSpPr>
        <p:spPr>
          <a:xfrm>
            <a:off x="6355080" y="3242418"/>
            <a:ext cx="5074920" cy="111099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要点正文</a:t>
            </a:r>
          </a:p>
        </p:txBody>
      </p:sp>
      <p:sp>
        <p:nvSpPr>
          <p:cNvPr id="30" name="item6_title"/>
          <p:cNvSpPr>
            <a:spLocks noGrp="1"/>
          </p:cNvSpPr>
          <p:nvPr>
            <p:ph type="body" sz="quarter" idx="20" hasCustomPrompt="1"/>
          </p:nvPr>
        </p:nvSpPr>
        <p:spPr>
          <a:xfrm>
            <a:off x="6355080" y="4679693"/>
            <a:ext cx="5074920" cy="3600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8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要点标题</a:t>
            </a:r>
          </a:p>
        </p:txBody>
      </p:sp>
      <p:sp>
        <p:nvSpPr>
          <p:cNvPr id="31" name="item6_body"/>
          <p:cNvSpPr>
            <a:spLocks noGrp="1"/>
          </p:cNvSpPr>
          <p:nvPr>
            <p:ph type="body" sz="quarter" idx="21" hasCustomPrompt="1"/>
          </p:nvPr>
        </p:nvSpPr>
        <p:spPr>
          <a:xfrm>
            <a:off x="6355080" y="5086601"/>
            <a:ext cx="5074920" cy="111099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要点正文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列并列-等宽横排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col1_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640080" y="1143000"/>
            <a:ext cx="3337560" cy="475488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2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 dirty="0"/>
              <a:t>要点标题</a:t>
            </a:r>
          </a:p>
        </p:txBody>
      </p:sp>
      <p:sp>
        <p:nvSpPr>
          <p:cNvPr id="21" name="col1_body"/>
          <p:cNvSpPr>
            <a:spLocks noGrp="1"/>
          </p:cNvSpPr>
          <p:nvPr>
            <p:ph type="body" sz="quarter" idx="11" hasCustomPrompt="1"/>
          </p:nvPr>
        </p:nvSpPr>
        <p:spPr>
          <a:xfrm>
            <a:off x="640080" y="1746503"/>
            <a:ext cx="3337560" cy="427692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要点正文</a:t>
            </a:r>
          </a:p>
        </p:txBody>
      </p:sp>
      <p:sp>
        <p:nvSpPr>
          <p:cNvPr id="22" name="col2_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4434840" y="1143000"/>
            <a:ext cx="3337560" cy="475488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2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要点标题</a:t>
            </a:r>
          </a:p>
        </p:txBody>
      </p:sp>
      <p:sp>
        <p:nvSpPr>
          <p:cNvPr id="23" name="col2_body"/>
          <p:cNvSpPr>
            <a:spLocks noGrp="1"/>
          </p:cNvSpPr>
          <p:nvPr>
            <p:ph type="body" sz="quarter" idx="13" hasCustomPrompt="1"/>
          </p:nvPr>
        </p:nvSpPr>
        <p:spPr>
          <a:xfrm>
            <a:off x="4434840" y="1746503"/>
            <a:ext cx="3337560" cy="427692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要点正文</a:t>
            </a:r>
          </a:p>
        </p:txBody>
      </p:sp>
      <p:sp>
        <p:nvSpPr>
          <p:cNvPr id="24" name="col3_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8229600" y="1143000"/>
            <a:ext cx="3337560" cy="475488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2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要点标题</a:t>
            </a:r>
          </a:p>
        </p:txBody>
      </p:sp>
      <p:sp>
        <p:nvSpPr>
          <p:cNvPr id="25" name="col3_body"/>
          <p:cNvSpPr>
            <a:spLocks noGrp="1"/>
          </p:cNvSpPr>
          <p:nvPr>
            <p:ph type="body" sz="quarter" idx="15" hasCustomPrompt="1"/>
          </p:nvPr>
        </p:nvSpPr>
        <p:spPr>
          <a:xfrm>
            <a:off x="8229600" y="1746503"/>
            <a:ext cx="3337560" cy="427692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要点正文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列并列-上标题下正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col1_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451394" y="1552303"/>
            <a:ext cx="3540034" cy="475488"/>
          </a:xfrm>
          <a:ln>
            <a:noFill/>
          </a:ln>
        </p:spPr>
        <p:txBody>
          <a:bodyPr lIns="0" anchor="ctr" anchorCtr="0">
            <a:normAutofit/>
          </a:bodyPr>
          <a:lstStyle>
            <a:lvl1pPr marL="0" indent="0">
              <a:buNone/>
              <a:defRPr sz="22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要点标题</a:t>
            </a:r>
          </a:p>
        </p:txBody>
      </p:sp>
      <p:sp>
        <p:nvSpPr>
          <p:cNvPr id="21" name="col1_body"/>
          <p:cNvSpPr>
            <a:spLocks noGrp="1"/>
          </p:cNvSpPr>
          <p:nvPr>
            <p:ph type="body" sz="quarter" idx="11" hasCustomPrompt="1"/>
          </p:nvPr>
        </p:nvSpPr>
        <p:spPr>
          <a:xfrm>
            <a:off x="451394" y="2155807"/>
            <a:ext cx="3540034" cy="3008376"/>
          </a:xfrm>
          <a:solidFill>
            <a:schemeClr val="tx2">
              <a:lumMod val="10000"/>
              <a:lumOff val="90000"/>
            </a:schemeClr>
          </a:solidFill>
        </p:spPr>
        <p:txBody>
          <a:bodyPr lIns="108000" rIns="108000">
            <a:normAutofit/>
          </a:bodyPr>
          <a:lstStyle>
            <a:lvl1pPr marL="0" indent="0">
              <a:lnSpc>
                <a:spcPct val="150000"/>
              </a:lnSpc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要点正文</a:t>
            </a:r>
          </a:p>
        </p:txBody>
      </p:sp>
      <p:sp>
        <p:nvSpPr>
          <p:cNvPr id="22" name="col2_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4246154" y="1552303"/>
            <a:ext cx="3540034" cy="475488"/>
          </a:xfrm>
          <a:ln>
            <a:noFill/>
          </a:ln>
        </p:spPr>
        <p:txBody>
          <a:bodyPr lIns="0" anchor="ctr" anchorCtr="0">
            <a:normAutofit/>
          </a:bodyPr>
          <a:lstStyle>
            <a:lvl1pPr marL="0" indent="0">
              <a:buNone/>
              <a:defRPr sz="22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要点标题</a:t>
            </a:r>
          </a:p>
        </p:txBody>
      </p:sp>
      <p:sp>
        <p:nvSpPr>
          <p:cNvPr id="23" name="col2_body"/>
          <p:cNvSpPr>
            <a:spLocks noGrp="1"/>
          </p:cNvSpPr>
          <p:nvPr>
            <p:ph type="body" sz="quarter" idx="13" hasCustomPrompt="1"/>
          </p:nvPr>
        </p:nvSpPr>
        <p:spPr>
          <a:xfrm>
            <a:off x="4246154" y="2155807"/>
            <a:ext cx="3540034" cy="3008376"/>
          </a:xfrm>
          <a:solidFill>
            <a:schemeClr val="tx2">
              <a:lumMod val="10000"/>
              <a:lumOff val="90000"/>
            </a:schemeClr>
          </a:solidFill>
        </p:spPr>
        <p:txBody>
          <a:bodyPr lIns="108000" rIns="108000">
            <a:normAutofit/>
          </a:bodyPr>
          <a:lstStyle>
            <a:lvl1pPr marL="0" indent="0">
              <a:lnSpc>
                <a:spcPct val="150000"/>
              </a:lnSpc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要点正文</a:t>
            </a:r>
          </a:p>
        </p:txBody>
      </p:sp>
      <p:sp>
        <p:nvSpPr>
          <p:cNvPr id="24" name="col3_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8040914" y="1552303"/>
            <a:ext cx="3540034" cy="475488"/>
          </a:xfrm>
          <a:ln>
            <a:noFill/>
          </a:ln>
        </p:spPr>
        <p:txBody>
          <a:bodyPr lIns="0" anchor="ctr" anchorCtr="0">
            <a:normAutofit/>
          </a:bodyPr>
          <a:lstStyle>
            <a:lvl1pPr marL="0" indent="0">
              <a:buNone/>
              <a:defRPr sz="22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要点标题</a:t>
            </a:r>
          </a:p>
        </p:txBody>
      </p:sp>
      <p:sp>
        <p:nvSpPr>
          <p:cNvPr id="25" name="col3_body"/>
          <p:cNvSpPr>
            <a:spLocks noGrp="1"/>
          </p:cNvSpPr>
          <p:nvPr>
            <p:ph type="body" sz="quarter" idx="15" hasCustomPrompt="1"/>
          </p:nvPr>
        </p:nvSpPr>
        <p:spPr>
          <a:xfrm>
            <a:off x="8040914" y="2155807"/>
            <a:ext cx="3540034" cy="3008376"/>
          </a:xfrm>
          <a:solidFill>
            <a:schemeClr val="tx2">
              <a:lumMod val="10000"/>
              <a:lumOff val="90000"/>
            </a:schemeClr>
          </a:solidFill>
        </p:spPr>
        <p:txBody>
          <a:bodyPr lIns="108000" rIns="108000">
            <a:normAutofit/>
          </a:bodyPr>
          <a:lstStyle>
            <a:lvl1pPr marL="0" indent="0">
              <a:lnSpc>
                <a:spcPct val="150000"/>
              </a:lnSpc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要点正文</a:t>
            </a: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AE737D61-CF1E-93CE-BA55-538990B04126}"/>
              </a:ext>
            </a:extLst>
          </p:cNvPr>
          <p:cNvCxnSpPr/>
          <p:nvPr userDrawn="1"/>
        </p:nvCxnSpPr>
        <p:spPr>
          <a:xfrm>
            <a:off x="451394" y="1436914"/>
            <a:ext cx="3540034" cy="0"/>
          </a:xfrm>
          <a:prstGeom prst="line">
            <a:avLst/>
          </a:prstGeom>
          <a:ln w="2857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CD0DAF7B-FF84-FA14-B76F-0343F1E637EF}"/>
              </a:ext>
            </a:extLst>
          </p:cNvPr>
          <p:cNvCxnSpPr/>
          <p:nvPr userDrawn="1"/>
        </p:nvCxnSpPr>
        <p:spPr>
          <a:xfrm>
            <a:off x="4246154" y="1436914"/>
            <a:ext cx="3540034" cy="0"/>
          </a:xfrm>
          <a:prstGeom prst="line">
            <a:avLst/>
          </a:prstGeom>
          <a:ln w="2857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0CDA81E9-A259-55A0-C8F0-20BC9749C5C5}"/>
              </a:ext>
            </a:extLst>
          </p:cNvPr>
          <p:cNvCxnSpPr/>
          <p:nvPr userDrawn="1"/>
        </p:nvCxnSpPr>
        <p:spPr>
          <a:xfrm>
            <a:off x="8040914" y="1429657"/>
            <a:ext cx="3540034" cy="0"/>
          </a:xfrm>
          <a:prstGeom prst="line">
            <a:avLst/>
          </a:prstGeom>
          <a:ln w="2857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列并列-错落分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col1_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1234440"/>
            <a:ext cx="3200400" cy="475488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zh-CN" sz="22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 dirty="0"/>
              <a:t>要点标题</a:t>
            </a:r>
          </a:p>
        </p:txBody>
      </p:sp>
      <p:sp>
        <p:nvSpPr>
          <p:cNvPr id="21" name="col1_body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1837944"/>
            <a:ext cx="3200400" cy="3236976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要点正文</a:t>
            </a:r>
          </a:p>
        </p:txBody>
      </p:sp>
      <p:sp>
        <p:nvSpPr>
          <p:cNvPr id="22" name="col2_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4480560" y="1737360"/>
            <a:ext cx="3200400" cy="475488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zh-CN" sz="22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 dirty="0"/>
              <a:t>要点标题</a:t>
            </a:r>
          </a:p>
        </p:txBody>
      </p:sp>
      <p:sp>
        <p:nvSpPr>
          <p:cNvPr id="23" name="col2_body"/>
          <p:cNvSpPr>
            <a:spLocks noGrp="1"/>
          </p:cNvSpPr>
          <p:nvPr>
            <p:ph type="body" sz="quarter" idx="13" hasCustomPrompt="1"/>
          </p:nvPr>
        </p:nvSpPr>
        <p:spPr>
          <a:xfrm>
            <a:off x="4480560" y="2340864"/>
            <a:ext cx="3200400" cy="3236976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要点正文</a:t>
            </a:r>
          </a:p>
        </p:txBody>
      </p:sp>
      <p:sp>
        <p:nvSpPr>
          <p:cNvPr id="24" name="col3_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8275320" y="1234440"/>
            <a:ext cx="3200400" cy="475488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zh-CN" sz="22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/>
              <a:t>要点标题</a:t>
            </a:r>
          </a:p>
        </p:txBody>
      </p:sp>
      <p:sp>
        <p:nvSpPr>
          <p:cNvPr id="25" name="col3_body"/>
          <p:cNvSpPr>
            <a:spLocks noGrp="1"/>
          </p:cNvSpPr>
          <p:nvPr>
            <p:ph type="body" sz="quarter" idx="15" hasCustomPrompt="1"/>
          </p:nvPr>
        </p:nvSpPr>
        <p:spPr>
          <a:xfrm>
            <a:off x="8275320" y="1837944"/>
            <a:ext cx="3200400" cy="3236976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要点正文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列对比-左右等分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left_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1143000"/>
            <a:ext cx="5074920" cy="530352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zh-CN" sz="22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/>
              <a:t>左侧标题</a:t>
            </a:r>
          </a:p>
        </p:txBody>
      </p:sp>
      <p:sp>
        <p:nvSpPr>
          <p:cNvPr id="21" name="left_body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1874520"/>
            <a:ext cx="5074920" cy="3611880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左侧正文</a:t>
            </a:r>
          </a:p>
        </p:txBody>
      </p:sp>
      <p:sp>
        <p:nvSpPr>
          <p:cNvPr id="22" name="right_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355080" y="1143000"/>
            <a:ext cx="5074920" cy="530352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zh-CN" sz="22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 dirty="0"/>
              <a:t>右侧标题</a:t>
            </a:r>
          </a:p>
        </p:txBody>
      </p:sp>
      <p:sp>
        <p:nvSpPr>
          <p:cNvPr id="23" name="right_body"/>
          <p:cNvSpPr>
            <a:spLocks noGrp="1"/>
          </p:cNvSpPr>
          <p:nvPr>
            <p:ph type="body" sz="quarter" idx="13" hasCustomPrompt="1"/>
          </p:nvPr>
        </p:nvSpPr>
        <p:spPr>
          <a:xfrm>
            <a:off x="6355080" y="1874520"/>
            <a:ext cx="5074920" cy="3611880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右侧正文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列对比-上下排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left_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868680" y="1143000"/>
            <a:ext cx="10332720" cy="475488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zh-CN" sz="22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/>
              <a:t>对象一标题</a:t>
            </a:r>
          </a:p>
        </p:txBody>
      </p:sp>
      <p:sp>
        <p:nvSpPr>
          <p:cNvPr id="21" name="left_body"/>
          <p:cNvSpPr>
            <a:spLocks noGrp="1"/>
          </p:cNvSpPr>
          <p:nvPr>
            <p:ph type="body" sz="quarter" idx="11" hasCustomPrompt="1"/>
          </p:nvPr>
        </p:nvSpPr>
        <p:spPr>
          <a:xfrm>
            <a:off x="868680" y="1783080"/>
            <a:ext cx="10332720" cy="1463040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对象一正文</a:t>
            </a:r>
          </a:p>
        </p:txBody>
      </p:sp>
      <p:sp>
        <p:nvSpPr>
          <p:cNvPr id="22" name="right_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868680" y="3703320"/>
            <a:ext cx="10332720" cy="475488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zh-CN" sz="22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 dirty="0"/>
              <a:t>对象二标题</a:t>
            </a:r>
          </a:p>
        </p:txBody>
      </p:sp>
      <p:sp>
        <p:nvSpPr>
          <p:cNvPr id="23" name="right_body"/>
          <p:cNvSpPr>
            <a:spLocks noGrp="1"/>
          </p:cNvSpPr>
          <p:nvPr>
            <p:ph type="body" sz="quarter" idx="13" hasCustomPrompt="1"/>
          </p:nvPr>
        </p:nvSpPr>
        <p:spPr>
          <a:xfrm>
            <a:off x="868680" y="4343400"/>
            <a:ext cx="10332720" cy="1463040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对象二正文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列对比-左窄右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left_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731520" y="1234440"/>
            <a:ext cx="3474720" cy="530352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zh-CN" sz="22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/>
              <a:t>左侧标题</a:t>
            </a:r>
          </a:p>
        </p:txBody>
      </p:sp>
      <p:sp>
        <p:nvSpPr>
          <p:cNvPr id="21" name="left_body"/>
          <p:cNvSpPr>
            <a:spLocks noGrp="1"/>
          </p:cNvSpPr>
          <p:nvPr>
            <p:ph type="body" sz="quarter" idx="11" hasCustomPrompt="1"/>
          </p:nvPr>
        </p:nvSpPr>
        <p:spPr>
          <a:xfrm>
            <a:off x="731520" y="1965960"/>
            <a:ext cx="3474720" cy="3429000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左侧正文</a:t>
            </a:r>
          </a:p>
        </p:txBody>
      </p:sp>
      <p:sp>
        <p:nvSpPr>
          <p:cNvPr id="22" name="right_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4709160" y="1234440"/>
            <a:ext cx="6492240" cy="530352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zh-CN" sz="22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 dirty="0"/>
              <a:t>右侧标题</a:t>
            </a:r>
          </a:p>
        </p:txBody>
      </p:sp>
      <p:sp>
        <p:nvSpPr>
          <p:cNvPr id="23" name="right_body"/>
          <p:cNvSpPr>
            <a:spLocks noGrp="1"/>
          </p:cNvSpPr>
          <p:nvPr>
            <p:ph type="body" sz="quarter" idx="13" hasCustomPrompt="1"/>
          </p:nvPr>
        </p:nvSpPr>
        <p:spPr>
          <a:xfrm>
            <a:off x="4709160" y="1965960"/>
            <a:ext cx="6492240" cy="3429000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右侧正文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大数字展示-横向四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metric1_number"/>
          <p:cNvSpPr>
            <a:spLocks noGrp="1"/>
          </p:cNvSpPr>
          <p:nvPr>
            <p:ph type="body" sz="quarter" idx="10" hasCustomPrompt="1"/>
          </p:nvPr>
        </p:nvSpPr>
        <p:spPr>
          <a:xfrm>
            <a:off x="582022" y="1306286"/>
            <a:ext cx="3381829" cy="1129066"/>
          </a:xfrm>
          <a:solidFill>
            <a:schemeClr val="tx2">
              <a:lumMod val="10000"/>
              <a:lumOff val="90000"/>
            </a:schemeClr>
          </a:solidFill>
        </p:spPr>
        <p:txBody>
          <a:bodyPr lIns="180000" anchor="ctr" anchorCtr="0">
            <a:normAutofit/>
          </a:bodyPr>
          <a:lstStyle>
            <a:lvl1pPr marL="0" indent="0">
              <a:buNone/>
              <a:defRPr sz="4000" b="1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数字</a:t>
            </a:r>
          </a:p>
        </p:txBody>
      </p:sp>
      <p:sp>
        <p:nvSpPr>
          <p:cNvPr id="21" name="metric1_label"/>
          <p:cNvSpPr>
            <a:spLocks noGrp="1"/>
          </p:cNvSpPr>
          <p:nvPr>
            <p:ph type="body" sz="quarter" idx="11" hasCustomPrompt="1"/>
          </p:nvPr>
        </p:nvSpPr>
        <p:spPr>
          <a:xfrm>
            <a:off x="582022" y="2574108"/>
            <a:ext cx="3381829" cy="420624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6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指标名称</a:t>
            </a:r>
          </a:p>
        </p:txBody>
      </p:sp>
      <p:sp>
        <p:nvSpPr>
          <p:cNvPr id="22" name="metric1_desc"/>
          <p:cNvSpPr>
            <a:spLocks noGrp="1"/>
          </p:cNvSpPr>
          <p:nvPr>
            <p:ph type="body" sz="quarter" idx="12" hasCustomPrompt="1"/>
          </p:nvPr>
        </p:nvSpPr>
        <p:spPr>
          <a:xfrm>
            <a:off x="582022" y="3139440"/>
            <a:ext cx="3381829" cy="246888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 dirty="0"/>
              <a:t>指标说明</a:t>
            </a:r>
          </a:p>
        </p:txBody>
      </p:sp>
      <p:sp>
        <p:nvSpPr>
          <p:cNvPr id="23" name="metric2_number"/>
          <p:cNvSpPr>
            <a:spLocks noGrp="1"/>
          </p:cNvSpPr>
          <p:nvPr>
            <p:ph type="body" sz="quarter" idx="13" hasCustomPrompt="1"/>
          </p:nvPr>
        </p:nvSpPr>
        <p:spPr>
          <a:xfrm>
            <a:off x="4405086" y="1306286"/>
            <a:ext cx="3381829" cy="1129066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180000" tIns="45720" rIns="91440" bIns="45720" rtlCol="0" anchor="ctr" anchorCtr="0">
            <a:normAutofit/>
          </a:bodyPr>
          <a:lstStyle>
            <a:lvl1pPr>
              <a:defRPr lang="zh-CN" sz="4000" b="1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/>
              <a:t>数字</a:t>
            </a:r>
          </a:p>
        </p:txBody>
      </p:sp>
      <p:sp>
        <p:nvSpPr>
          <p:cNvPr id="24" name="metric2_label"/>
          <p:cNvSpPr>
            <a:spLocks noGrp="1"/>
          </p:cNvSpPr>
          <p:nvPr>
            <p:ph type="body" sz="quarter" idx="14" hasCustomPrompt="1"/>
          </p:nvPr>
        </p:nvSpPr>
        <p:spPr>
          <a:xfrm>
            <a:off x="4405086" y="2574108"/>
            <a:ext cx="3381829" cy="420624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zh-CN" sz="16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 dirty="0"/>
              <a:t>指标名称</a:t>
            </a:r>
          </a:p>
        </p:txBody>
      </p:sp>
      <p:sp>
        <p:nvSpPr>
          <p:cNvPr id="25" name="metric2_desc"/>
          <p:cNvSpPr>
            <a:spLocks noGrp="1"/>
          </p:cNvSpPr>
          <p:nvPr>
            <p:ph type="body" sz="quarter" idx="15" hasCustomPrompt="1"/>
          </p:nvPr>
        </p:nvSpPr>
        <p:spPr>
          <a:xfrm>
            <a:off x="4405086" y="3139440"/>
            <a:ext cx="3381829" cy="24688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sz="1500" b="0" i="0" dirty="0">
                <a:latin typeface="Microsoft YaHei"/>
                <a:ea typeface="Microsoft YaHei"/>
              </a:defRPr>
            </a:lvl1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dirty="0"/>
              <a:t>指标说明</a:t>
            </a:r>
          </a:p>
        </p:txBody>
      </p:sp>
      <p:sp>
        <p:nvSpPr>
          <p:cNvPr id="26" name="metric3_number"/>
          <p:cNvSpPr>
            <a:spLocks noGrp="1"/>
          </p:cNvSpPr>
          <p:nvPr>
            <p:ph type="body" sz="quarter" idx="16" hasCustomPrompt="1"/>
          </p:nvPr>
        </p:nvSpPr>
        <p:spPr>
          <a:xfrm>
            <a:off x="8228149" y="1306286"/>
            <a:ext cx="3381829" cy="1129066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180000" tIns="45720" rIns="91440" bIns="45720" rtlCol="0" anchor="ctr" anchorCtr="0">
            <a:normAutofit/>
          </a:bodyPr>
          <a:lstStyle>
            <a:lvl1pPr>
              <a:defRPr lang="zh-CN" sz="4000" b="1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/>
              <a:t>数字</a:t>
            </a:r>
          </a:p>
        </p:txBody>
      </p:sp>
      <p:sp>
        <p:nvSpPr>
          <p:cNvPr id="27" name="metric3_label"/>
          <p:cNvSpPr>
            <a:spLocks noGrp="1"/>
          </p:cNvSpPr>
          <p:nvPr>
            <p:ph type="body" sz="quarter" idx="17" hasCustomPrompt="1"/>
          </p:nvPr>
        </p:nvSpPr>
        <p:spPr>
          <a:xfrm>
            <a:off x="8228149" y="2574108"/>
            <a:ext cx="3381829" cy="420624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zh-CN" sz="16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 dirty="0"/>
              <a:t>指标名称</a:t>
            </a:r>
          </a:p>
        </p:txBody>
      </p:sp>
      <p:sp>
        <p:nvSpPr>
          <p:cNvPr id="28" name="metric3_desc"/>
          <p:cNvSpPr>
            <a:spLocks noGrp="1"/>
          </p:cNvSpPr>
          <p:nvPr>
            <p:ph type="body" sz="quarter" idx="18" hasCustomPrompt="1"/>
          </p:nvPr>
        </p:nvSpPr>
        <p:spPr>
          <a:xfrm>
            <a:off x="8228149" y="3139440"/>
            <a:ext cx="3381829" cy="24688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sz="1500" b="0" i="0" dirty="0">
                <a:latin typeface="Microsoft YaHei"/>
                <a:ea typeface="Microsoft YaHei"/>
              </a:defRPr>
            </a:lvl1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dirty="0"/>
              <a:t>指标说明</a:t>
            </a:r>
          </a:p>
        </p:txBody>
      </p:sp>
    </p:spTree>
    <p:extLst>
      <p:ext uri="{BB962C8B-B14F-4D97-AF65-F5344CB8AC3E}">
        <p14:creationId xmlns:p14="http://schemas.microsoft.com/office/powerpoint/2010/main" val="17882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大数字展示-横向四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DD0C1B5-9559-FB8E-45DC-7842D6FD1257}"/>
              </a:ext>
            </a:extLst>
          </p:cNvPr>
          <p:cNvSpPr/>
          <p:nvPr userDrawn="1"/>
        </p:nvSpPr>
        <p:spPr>
          <a:xfrm>
            <a:off x="6197599" y="1172609"/>
            <a:ext cx="5326743" cy="4615543"/>
          </a:xfrm>
          <a:prstGeom prst="rect">
            <a:avLst/>
          </a:prstGeom>
          <a:solidFill>
            <a:schemeClr val="tx2">
              <a:lumMod val="10000"/>
              <a:lumOff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419910-7CA3-AB83-1AAA-DC49EEF49942}"/>
              </a:ext>
            </a:extLst>
          </p:cNvPr>
          <p:cNvSpPr/>
          <p:nvPr userDrawn="1"/>
        </p:nvSpPr>
        <p:spPr>
          <a:xfrm>
            <a:off x="420914" y="1161143"/>
            <a:ext cx="5326743" cy="4615543"/>
          </a:xfrm>
          <a:prstGeom prst="rect">
            <a:avLst/>
          </a:prstGeom>
          <a:solidFill>
            <a:schemeClr val="tx2">
              <a:lumMod val="10000"/>
              <a:lumOff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metric1_number"/>
          <p:cNvSpPr>
            <a:spLocks noGrp="1"/>
          </p:cNvSpPr>
          <p:nvPr>
            <p:ph type="body" sz="quarter" idx="10" hasCustomPrompt="1"/>
          </p:nvPr>
        </p:nvSpPr>
        <p:spPr>
          <a:xfrm>
            <a:off x="582022" y="1306286"/>
            <a:ext cx="5036457" cy="1129066"/>
          </a:xfrm>
          <a:noFill/>
        </p:spPr>
        <p:txBody>
          <a:bodyPr lIns="180000" anchor="ctr" anchorCtr="0">
            <a:normAutofit/>
          </a:bodyPr>
          <a:lstStyle>
            <a:lvl1pPr marL="0" indent="0">
              <a:buNone/>
              <a:defRPr sz="4000" b="1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数字</a:t>
            </a:r>
          </a:p>
        </p:txBody>
      </p:sp>
      <p:sp>
        <p:nvSpPr>
          <p:cNvPr id="21" name="metric1_label"/>
          <p:cNvSpPr>
            <a:spLocks noGrp="1"/>
          </p:cNvSpPr>
          <p:nvPr>
            <p:ph type="body" sz="quarter" idx="11" hasCustomPrompt="1"/>
          </p:nvPr>
        </p:nvSpPr>
        <p:spPr>
          <a:xfrm>
            <a:off x="582022" y="2762794"/>
            <a:ext cx="5036457" cy="420624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6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指标名称</a:t>
            </a:r>
          </a:p>
        </p:txBody>
      </p:sp>
      <p:sp>
        <p:nvSpPr>
          <p:cNvPr id="22" name="metric1_desc"/>
          <p:cNvSpPr>
            <a:spLocks noGrp="1"/>
          </p:cNvSpPr>
          <p:nvPr>
            <p:ph type="body" sz="quarter" idx="12" hasCustomPrompt="1"/>
          </p:nvPr>
        </p:nvSpPr>
        <p:spPr>
          <a:xfrm>
            <a:off x="582022" y="3328126"/>
            <a:ext cx="5036457" cy="2129246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 dirty="0"/>
              <a:t>指标说明</a:t>
            </a:r>
          </a:p>
        </p:txBody>
      </p:sp>
      <p:sp>
        <p:nvSpPr>
          <p:cNvPr id="23" name="metric2_number"/>
          <p:cNvSpPr>
            <a:spLocks noGrp="1"/>
          </p:cNvSpPr>
          <p:nvPr>
            <p:ph type="body" sz="quarter" idx="13" hasCustomPrompt="1"/>
          </p:nvPr>
        </p:nvSpPr>
        <p:spPr>
          <a:xfrm>
            <a:off x="6342743" y="1306286"/>
            <a:ext cx="5036457" cy="1129066"/>
          </a:xfrm>
          <a:noFill/>
        </p:spPr>
        <p:txBody>
          <a:bodyPr vert="horz" lIns="180000" tIns="45720" rIns="91440" bIns="45720" rtlCol="0" anchor="ctr" anchorCtr="0">
            <a:normAutofit/>
          </a:bodyPr>
          <a:lstStyle>
            <a:lvl1pPr>
              <a:defRPr lang="zh-CN" sz="4000" b="1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/>
              <a:t>数字</a:t>
            </a:r>
          </a:p>
        </p:txBody>
      </p:sp>
      <p:sp>
        <p:nvSpPr>
          <p:cNvPr id="24" name="metric2_label"/>
          <p:cNvSpPr>
            <a:spLocks noGrp="1"/>
          </p:cNvSpPr>
          <p:nvPr>
            <p:ph type="body" sz="quarter" idx="14" hasCustomPrompt="1"/>
          </p:nvPr>
        </p:nvSpPr>
        <p:spPr>
          <a:xfrm>
            <a:off x="6342743" y="2762794"/>
            <a:ext cx="5036457" cy="420624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zh-CN" sz="16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 dirty="0"/>
              <a:t>指标名称</a:t>
            </a:r>
          </a:p>
        </p:txBody>
      </p:sp>
      <p:sp>
        <p:nvSpPr>
          <p:cNvPr id="25" name="metric2_desc"/>
          <p:cNvSpPr>
            <a:spLocks noGrp="1"/>
          </p:cNvSpPr>
          <p:nvPr>
            <p:ph type="body" sz="quarter" idx="15" hasCustomPrompt="1"/>
          </p:nvPr>
        </p:nvSpPr>
        <p:spPr>
          <a:xfrm>
            <a:off x="6342743" y="3328126"/>
            <a:ext cx="5036457" cy="212924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sz="1500" b="0" i="0" dirty="0">
                <a:latin typeface="Microsoft YaHei"/>
                <a:ea typeface="Microsoft YaHei"/>
              </a:defRPr>
            </a:lvl1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dirty="0"/>
              <a:t>指标说明</a:t>
            </a: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9CEE5F53-44A4-D305-8943-93712A5F3C5A}"/>
              </a:ext>
            </a:extLst>
          </p:cNvPr>
          <p:cNvCxnSpPr>
            <a:cxnSpLocks/>
          </p:cNvCxnSpPr>
          <p:nvPr userDrawn="1"/>
        </p:nvCxnSpPr>
        <p:spPr>
          <a:xfrm>
            <a:off x="582022" y="2598057"/>
            <a:ext cx="5036457" cy="0"/>
          </a:xfrm>
          <a:prstGeom prst="line">
            <a:avLst/>
          </a:prstGeom>
          <a:ln w="28575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29239B46-1E37-C504-3F72-4648C5CC7DAA}"/>
              </a:ext>
            </a:extLst>
          </p:cNvPr>
          <p:cNvCxnSpPr>
            <a:cxnSpLocks/>
          </p:cNvCxnSpPr>
          <p:nvPr userDrawn="1"/>
        </p:nvCxnSpPr>
        <p:spPr>
          <a:xfrm>
            <a:off x="6342743" y="2598057"/>
            <a:ext cx="5036457" cy="0"/>
          </a:xfrm>
          <a:prstGeom prst="line">
            <a:avLst/>
          </a:prstGeom>
          <a:ln w="28575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19367E02-9E8E-6498-C07E-2A31843815AA}"/>
              </a:ext>
            </a:extLst>
          </p:cNvPr>
          <p:cNvCxnSpPr>
            <a:cxnSpLocks/>
          </p:cNvCxnSpPr>
          <p:nvPr userDrawn="1"/>
        </p:nvCxnSpPr>
        <p:spPr>
          <a:xfrm>
            <a:off x="582022" y="5624286"/>
            <a:ext cx="5036457" cy="0"/>
          </a:xfrm>
          <a:prstGeom prst="line">
            <a:avLst/>
          </a:prstGeom>
          <a:ln w="28575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9F8427E1-72DD-34A9-0BA7-A10910483D3A}"/>
              </a:ext>
            </a:extLst>
          </p:cNvPr>
          <p:cNvCxnSpPr>
            <a:cxnSpLocks/>
          </p:cNvCxnSpPr>
          <p:nvPr userDrawn="1"/>
        </p:nvCxnSpPr>
        <p:spPr>
          <a:xfrm>
            <a:off x="6342743" y="5624286"/>
            <a:ext cx="5036457" cy="0"/>
          </a:xfrm>
          <a:prstGeom prst="line">
            <a:avLst/>
          </a:prstGeom>
          <a:ln w="28575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363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数字展示-横向四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metric1_number"/>
          <p:cNvSpPr>
            <a:spLocks noGrp="1"/>
          </p:cNvSpPr>
          <p:nvPr>
            <p:ph type="body" sz="quarter" idx="10" hasCustomPrompt="1"/>
          </p:nvPr>
        </p:nvSpPr>
        <p:spPr>
          <a:xfrm>
            <a:off x="582023" y="1306286"/>
            <a:ext cx="2520000" cy="1129066"/>
          </a:xfrm>
          <a:solidFill>
            <a:schemeClr val="tx2">
              <a:lumMod val="10000"/>
              <a:lumOff val="90000"/>
            </a:schemeClr>
          </a:solidFill>
        </p:spPr>
        <p:txBody>
          <a:bodyPr lIns="180000" anchor="ctr" anchorCtr="0">
            <a:normAutofit/>
          </a:bodyPr>
          <a:lstStyle>
            <a:lvl1pPr marL="0" indent="0">
              <a:buNone/>
              <a:defRPr sz="4000" b="1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数字</a:t>
            </a:r>
          </a:p>
        </p:txBody>
      </p:sp>
      <p:sp>
        <p:nvSpPr>
          <p:cNvPr id="21" name="metric1_label"/>
          <p:cNvSpPr>
            <a:spLocks noGrp="1"/>
          </p:cNvSpPr>
          <p:nvPr>
            <p:ph type="body" sz="quarter" idx="11" hasCustomPrompt="1"/>
          </p:nvPr>
        </p:nvSpPr>
        <p:spPr>
          <a:xfrm>
            <a:off x="582023" y="2574108"/>
            <a:ext cx="2520000" cy="420624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6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指标名称</a:t>
            </a:r>
          </a:p>
        </p:txBody>
      </p:sp>
      <p:sp>
        <p:nvSpPr>
          <p:cNvPr id="22" name="metric1_desc"/>
          <p:cNvSpPr>
            <a:spLocks noGrp="1"/>
          </p:cNvSpPr>
          <p:nvPr>
            <p:ph type="body" sz="quarter" idx="12" hasCustomPrompt="1"/>
          </p:nvPr>
        </p:nvSpPr>
        <p:spPr>
          <a:xfrm>
            <a:off x="582023" y="3139440"/>
            <a:ext cx="2520000" cy="246888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 dirty="0"/>
              <a:t>指标说明</a:t>
            </a:r>
          </a:p>
        </p:txBody>
      </p:sp>
      <p:sp>
        <p:nvSpPr>
          <p:cNvPr id="23" name="metric2_number"/>
          <p:cNvSpPr>
            <a:spLocks noGrp="1"/>
          </p:cNvSpPr>
          <p:nvPr>
            <p:ph type="body" sz="quarter" idx="13" hasCustomPrompt="1"/>
          </p:nvPr>
        </p:nvSpPr>
        <p:spPr>
          <a:xfrm>
            <a:off x="3462383" y="1306286"/>
            <a:ext cx="2520000" cy="1129066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180000" tIns="45720" rIns="91440" bIns="45720" rtlCol="0" anchor="ctr" anchorCtr="0">
            <a:normAutofit/>
          </a:bodyPr>
          <a:lstStyle>
            <a:lvl1pPr>
              <a:defRPr lang="zh-CN" sz="4000" b="1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/>
              <a:t>数字</a:t>
            </a:r>
          </a:p>
        </p:txBody>
      </p:sp>
      <p:sp>
        <p:nvSpPr>
          <p:cNvPr id="24" name="metric2_label"/>
          <p:cNvSpPr>
            <a:spLocks noGrp="1"/>
          </p:cNvSpPr>
          <p:nvPr>
            <p:ph type="body" sz="quarter" idx="14" hasCustomPrompt="1"/>
          </p:nvPr>
        </p:nvSpPr>
        <p:spPr>
          <a:xfrm>
            <a:off x="3462383" y="2574108"/>
            <a:ext cx="2520000" cy="420624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zh-CN" sz="16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 dirty="0"/>
              <a:t>指标名称</a:t>
            </a:r>
          </a:p>
        </p:txBody>
      </p:sp>
      <p:sp>
        <p:nvSpPr>
          <p:cNvPr id="25" name="metric2_desc"/>
          <p:cNvSpPr>
            <a:spLocks noGrp="1"/>
          </p:cNvSpPr>
          <p:nvPr>
            <p:ph type="body" sz="quarter" idx="15" hasCustomPrompt="1"/>
          </p:nvPr>
        </p:nvSpPr>
        <p:spPr>
          <a:xfrm>
            <a:off x="3462383" y="3139440"/>
            <a:ext cx="2520000" cy="24688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sz="1500" b="0" i="0" dirty="0">
                <a:latin typeface="Microsoft YaHei"/>
                <a:ea typeface="Microsoft YaHei"/>
              </a:defRPr>
            </a:lvl1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dirty="0"/>
              <a:t>指标说明</a:t>
            </a:r>
          </a:p>
        </p:txBody>
      </p:sp>
      <p:sp>
        <p:nvSpPr>
          <p:cNvPr id="26" name="metric3_number"/>
          <p:cNvSpPr>
            <a:spLocks noGrp="1"/>
          </p:cNvSpPr>
          <p:nvPr>
            <p:ph type="body" sz="quarter" idx="16" hasCustomPrompt="1"/>
          </p:nvPr>
        </p:nvSpPr>
        <p:spPr>
          <a:xfrm>
            <a:off x="6342743" y="1306286"/>
            <a:ext cx="2520000" cy="1129066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180000" tIns="45720" rIns="91440" bIns="45720" rtlCol="0" anchor="ctr" anchorCtr="0">
            <a:normAutofit/>
          </a:bodyPr>
          <a:lstStyle>
            <a:lvl1pPr>
              <a:defRPr lang="zh-CN" sz="4000" b="1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/>
              <a:t>数字</a:t>
            </a:r>
          </a:p>
        </p:txBody>
      </p:sp>
      <p:sp>
        <p:nvSpPr>
          <p:cNvPr id="27" name="metric3_label"/>
          <p:cNvSpPr>
            <a:spLocks noGrp="1"/>
          </p:cNvSpPr>
          <p:nvPr>
            <p:ph type="body" sz="quarter" idx="17" hasCustomPrompt="1"/>
          </p:nvPr>
        </p:nvSpPr>
        <p:spPr>
          <a:xfrm>
            <a:off x="6342743" y="2574108"/>
            <a:ext cx="2520000" cy="420624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zh-CN" sz="16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 dirty="0"/>
              <a:t>指标名称</a:t>
            </a:r>
          </a:p>
        </p:txBody>
      </p:sp>
      <p:sp>
        <p:nvSpPr>
          <p:cNvPr id="28" name="metric3_desc"/>
          <p:cNvSpPr>
            <a:spLocks noGrp="1"/>
          </p:cNvSpPr>
          <p:nvPr>
            <p:ph type="body" sz="quarter" idx="18" hasCustomPrompt="1"/>
          </p:nvPr>
        </p:nvSpPr>
        <p:spPr>
          <a:xfrm>
            <a:off x="6342743" y="3139440"/>
            <a:ext cx="2520000" cy="24688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sz="1500" b="0" i="0" dirty="0">
                <a:latin typeface="Microsoft YaHei"/>
                <a:ea typeface="Microsoft YaHei"/>
              </a:defRPr>
            </a:lvl1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dirty="0"/>
              <a:t>指标说明</a:t>
            </a:r>
          </a:p>
        </p:txBody>
      </p:sp>
      <p:sp>
        <p:nvSpPr>
          <p:cNvPr id="29" name="metric4_number"/>
          <p:cNvSpPr>
            <a:spLocks noGrp="1"/>
          </p:cNvSpPr>
          <p:nvPr>
            <p:ph type="body" sz="quarter" idx="19" hasCustomPrompt="1"/>
          </p:nvPr>
        </p:nvSpPr>
        <p:spPr>
          <a:xfrm>
            <a:off x="9223103" y="1306286"/>
            <a:ext cx="2520000" cy="1129066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180000" tIns="45720" rIns="91440" bIns="45720" rtlCol="0" anchor="ctr" anchorCtr="0">
            <a:normAutofit/>
          </a:bodyPr>
          <a:lstStyle>
            <a:lvl1pPr>
              <a:defRPr lang="zh-CN" sz="4000" b="1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/>
              <a:t>数字</a:t>
            </a:r>
          </a:p>
        </p:txBody>
      </p:sp>
      <p:sp>
        <p:nvSpPr>
          <p:cNvPr id="30" name="metric4_label"/>
          <p:cNvSpPr>
            <a:spLocks noGrp="1"/>
          </p:cNvSpPr>
          <p:nvPr>
            <p:ph type="body" sz="quarter" idx="20" hasCustomPrompt="1"/>
          </p:nvPr>
        </p:nvSpPr>
        <p:spPr>
          <a:xfrm>
            <a:off x="9223103" y="2574108"/>
            <a:ext cx="2520000" cy="420624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zh-CN" sz="16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 dirty="0"/>
              <a:t>指标名称</a:t>
            </a:r>
          </a:p>
        </p:txBody>
      </p:sp>
      <p:sp>
        <p:nvSpPr>
          <p:cNvPr id="31" name="metric4_desc"/>
          <p:cNvSpPr>
            <a:spLocks noGrp="1"/>
          </p:cNvSpPr>
          <p:nvPr>
            <p:ph type="body" sz="quarter" idx="21" hasCustomPrompt="1"/>
          </p:nvPr>
        </p:nvSpPr>
        <p:spPr>
          <a:xfrm>
            <a:off x="9223103" y="3139440"/>
            <a:ext cx="2520000" cy="24688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sz="1500" b="0" i="0">
                <a:latin typeface="Microsoft YaHei"/>
                <a:ea typeface="Microsoft YaHei"/>
              </a:defRPr>
            </a:lvl1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/>
              <a:t>指标说明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数字展示-田字四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metric1_number"/>
          <p:cNvSpPr>
            <a:spLocks noGrp="1"/>
          </p:cNvSpPr>
          <p:nvPr>
            <p:ph type="body" sz="quarter" idx="10" hasCustomPrompt="1"/>
          </p:nvPr>
        </p:nvSpPr>
        <p:spPr>
          <a:xfrm>
            <a:off x="777240" y="949120"/>
            <a:ext cx="4892040" cy="871880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180000" tIns="45720" rIns="91440" bIns="45720" rtlCol="0" anchor="ctr" anchorCtr="0">
            <a:normAutofit/>
          </a:bodyPr>
          <a:lstStyle>
            <a:lvl1pPr>
              <a:defRPr lang="zh-CN" sz="400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 dirty="0"/>
              <a:t>数字</a:t>
            </a:r>
          </a:p>
        </p:txBody>
      </p:sp>
      <p:sp>
        <p:nvSpPr>
          <p:cNvPr id="21" name="metric1_label"/>
          <p:cNvSpPr>
            <a:spLocks noGrp="1"/>
          </p:cNvSpPr>
          <p:nvPr>
            <p:ph type="body" sz="quarter" idx="11" hasCustomPrompt="1"/>
          </p:nvPr>
        </p:nvSpPr>
        <p:spPr>
          <a:xfrm>
            <a:off x="777240" y="1927877"/>
            <a:ext cx="4892040" cy="420624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6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指标名称</a:t>
            </a:r>
          </a:p>
        </p:txBody>
      </p:sp>
      <p:sp>
        <p:nvSpPr>
          <p:cNvPr id="22" name="metric1_desc"/>
          <p:cNvSpPr>
            <a:spLocks noGrp="1"/>
          </p:cNvSpPr>
          <p:nvPr>
            <p:ph type="body" sz="quarter" idx="12" hasCustomPrompt="1"/>
          </p:nvPr>
        </p:nvSpPr>
        <p:spPr>
          <a:xfrm>
            <a:off x="777240" y="2430780"/>
            <a:ext cx="4892040" cy="107442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指标说明</a:t>
            </a:r>
          </a:p>
        </p:txBody>
      </p:sp>
      <p:sp>
        <p:nvSpPr>
          <p:cNvPr id="23" name="metric2_number"/>
          <p:cNvSpPr>
            <a:spLocks noGrp="1"/>
          </p:cNvSpPr>
          <p:nvPr>
            <p:ph type="body" sz="quarter" idx="13" hasCustomPrompt="1"/>
          </p:nvPr>
        </p:nvSpPr>
        <p:spPr>
          <a:xfrm>
            <a:off x="6355080" y="949120"/>
            <a:ext cx="4892040" cy="871880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180000" tIns="45720" rIns="91440" bIns="45720" rtlCol="0" anchor="ctr" anchorCtr="0">
            <a:normAutofit/>
          </a:bodyPr>
          <a:lstStyle>
            <a:lvl1pPr>
              <a:defRPr lang="zh-CN" sz="400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 dirty="0"/>
              <a:t>数字</a:t>
            </a:r>
          </a:p>
        </p:txBody>
      </p:sp>
      <p:sp>
        <p:nvSpPr>
          <p:cNvPr id="24" name="metric2_label"/>
          <p:cNvSpPr>
            <a:spLocks noGrp="1"/>
          </p:cNvSpPr>
          <p:nvPr>
            <p:ph type="body" sz="quarter" idx="14" hasCustomPrompt="1"/>
          </p:nvPr>
        </p:nvSpPr>
        <p:spPr>
          <a:xfrm>
            <a:off x="6355080" y="1927877"/>
            <a:ext cx="4892040" cy="420624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6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指标名称</a:t>
            </a:r>
          </a:p>
        </p:txBody>
      </p:sp>
      <p:sp>
        <p:nvSpPr>
          <p:cNvPr id="25" name="metric2_desc"/>
          <p:cNvSpPr>
            <a:spLocks noGrp="1"/>
          </p:cNvSpPr>
          <p:nvPr>
            <p:ph type="body" sz="quarter" idx="15" hasCustomPrompt="1"/>
          </p:nvPr>
        </p:nvSpPr>
        <p:spPr>
          <a:xfrm>
            <a:off x="6355080" y="2430780"/>
            <a:ext cx="4892040" cy="107442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指标说明</a:t>
            </a:r>
          </a:p>
        </p:txBody>
      </p:sp>
      <p:sp>
        <p:nvSpPr>
          <p:cNvPr id="26" name="metric3_number"/>
          <p:cNvSpPr>
            <a:spLocks noGrp="1"/>
          </p:cNvSpPr>
          <p:nvPr>
            <p:ph type="body" sz="quarter" idx="16" hasCustomPrompt="1"/>
          </p:nvPr>
        </p:nvSpPr>
        <p:spPr>
          <a:xfrm>
            <a:off x="777240" y="3760537"/>
            <a:ext cx="4892040" cy="871880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180000" tIns="45720" rIns="91440" bIns="45720" rtlCol="0" anchor="ctr" anchorCtr="0">
            <a:normAutofit/>
          </a:bodyPr>
          <a:lstStyle>
            <a:lvl1pPr>
              <a:defRPr lang="zh-CN" sz="400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 dirty="0"/>
              <a:t>数字</a:t>
            </a:r>
          </a:p>
        </p:txBody>
      </p:sp>
      <p:sp>
        <p:nvSpPr>
          <p:cNvPr id="27" name="metric3_label"/>
          <p:cNvSpPr>
            <a:spLocks noGrp="1"/>
          </p:cNvSpPr>
          <p:nvPr>
            <p:ph type="body" sz="quarter" idx="17" hasCustomPrompt="1"/>
          </p:nvPr>
        </p:nvSpPr>
        <p:spPr>
          <a:xfrm>
            <a:off x="777240" y="4739294"/>
            <a:ext cx="4892040" cy="420624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6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指标名称</a:t>
            </a:r>
          </a:p>
        </p:txBody>
      </p:sp>
      <p:sp>
        <p:nvSpPr>
          <p:cNvPr id="28" name="metric3_desc"/>
          <p:cNvSpPr>
            <a:spLocks noGrp="1"/>
          </p:cNvSpPr>
          <p:nvPr>
            <p:ph type="body" sz="quarter" idx="18" hasCustomPrompt="1"/>
          </p:nvPr>
        </p:nvSpPr>
        <p:spPr>
          <a:xfrm>
            <a:off x="777240" y="5242197"/>
            <a:ext cx="4892040" cy="107442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指标说明</a:t>
            </a:r>
          </a:p>
        </p:txBody>
      </p:sp>
      <p:sp>
        <p:nvSpPr>
          <p:cNvPr id="29" name="metric4_number"/>
          <p:cNvSpPr>
            <a:spLocks noGrp="1"/>
          </p:cNvSpPr>
          <p:nvPr>
            <p:ph type="body" sz="quarter" idx="19" hasCustomPrompt="1"/>
          </p:nvPr>
        </p:nvSpPr>
        <p:spPr>
          <a:xfrm>
            <a:off x="6355080" y="3760537"/>
            <a:ext cx="4892040" cy="871880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180000" tIns="45720" rIns="91440" bIns="45720" rtlCol="0" anchor="ctr" anchorCtr="0">
            <a:normAutofit/>
          </a:bodyPr>
          <a:lstStyle>
            <a:lvl1pPr>
              <a:defRPr lang="zh-CN" sz="400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 dirty="0"/>
              <a:t>数字</a:t>
            </a:r>
          </a:p>
        </p:txBody>
      </p:sp>
      <p:sp>
        <p:nvSpPr>
          <p:cNvPr id="30" name="metric4_label"/>
          <p:cNvSpPr>
            <a:spLocks noGrp="1"/>
          </p:cNvSpPr>
          <p:nvPr>
            <p:ph type="body" sz="quarter" idx="20" hasCustomPrompt="1"/>
          </p:nvPr>
        </p:nvSpPr>
        <p:spPr>
          <a:xfrm>
            <a:off x="6355080" y="4739294"/>
            <a:ext cx="4892040" cy="420624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6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指标名称</a:t>
            </a:r>
          </a:p>
        </p:txBody>
      </p:sp>
      <p:sp>
        <p:nvSpPr>
          <p:cNvPr id="31" name="metric4_desc"/>
          <p:cNvSpPr>
            <a:spLocks noGrp="1"/>
          </p:cNvSpPr>
          <p:nvPr>
            <p:ph type="body" sz="quarter" idx="21" hasCustomPrompt="1"/>
          </p:nvPr>
        </p:nvSpPr>
        <p:spPr>
          <a:xfrm>
            <a:off x="6355080" y="5242197"/>
            <a:ext cx="4892040" cy="107442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指标说明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数字展示-三项居中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metric1_number"/>
          <p:cNvSpPr>
            <a:spLocks noGrp="1"/>
          </p:cNvSpPr>
          <p:nvPr>
            <p:ph type="body" sz="quarter" idx="10" hasCustomPrompt="1"/>
          </p:nvPr>
        </p:nvSpPr>
        <p:spPr>
          <a:xfrm>
            <a:off x="1051560" y="1508760"/>
            <a:ext cx="2834640" cy="713232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zh-CN" sz="40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 dirty="0"/>
              <a:t>数字</a:t>
            </a:r>
          </a:p>
        </p:txBody>
      </p:sp>
      <p:sp>
        <p:nvSpPr>
          <p:cNvPr id="21" name="metric1_label"/>
          <p:cNvSpPr>
            <a:spLocks noGrp="1"/>
          </p:cNvSpPr>
          <p:nvPr>
            <p:ph type="body" sz="quarter" idx="11" hasCustomPrompt="1"/>
          </p:nvPr>
        </p:nvSpPr>
        <p:spPr>
          <a:xfrm>
            <a:off x="1051560" y="2331720"/>
            <a:ext cx="2834640" cy="420624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指标名称</a:t>
            </a:r>
          </a:p>
        </p:txBody>
      </p:sp>
      <p:sp>
        <p:nvSpPr>
          <p:cNvPr id="22" name="metric1_desc"/>
          <p:cNvSpPr>
            <a:spLocks noGrp="1"/>
          </p:cNvSpPr>
          <p:nvPr>
            <p:ph type="body" sz="quarter" idx="12" hasCustomPrompt="1"/>
          </p:nvPr>
        </p:nvSpPr>
        <p:spPr>
          <a:xfrm>
            <a:off x="1051560" y="2926080"/>
            <a:ext cx="2834640" cy="2331720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指标说明</a:t>
            </a:r>
          </a:p>
        </p:txBody>
      </p:sp>
      <p:sp>
        <p:nvSpPr>
          <p:cNvPr id="23" name="metric2_number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0" y="1508760"/>
            <a:ext cx="2834640" cy="713232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zh-CN" sz="40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 dirty="0"/>
              <a:t>数字</a:t>
            </a:r>
          </a:p>
        </p:txBody>
      </p:sp>
      <p:sp>
        <p:nvSpPr>
          <p:cNvPr id="24" name="metric2_label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0" y="2331720"/>
            <a:ext cx="2834640" cy="420624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指标名称</a:t>
            </a:r>
          </a:p>
        </p:txBody>
      </p:sp>
      <p:sp>
        <p:nvSpPr>
          <p:cNvPr id="25" name="metric2_desc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0" y="2926080"/>
            <a:ext cx="2834640" cy="2331720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指标说明</a:t>
            </a:r>
          </a:p>
        </p:txBody>
      </p:sp>
      <p:sp>
        <p:nvSpPr>
          <p:cNvPr id="26" name="metric3_number"/>
          <p:cNvSpPr>
            <a:spLocks noGrp="1"/>
          </p:cNvSpPr>
          <p:nvPr>
            <p:ph type="body" sz="quarter" idx="16" hasCustomPrompt="1"/>
          </p:nvPr>
        </p:nvSpPr>
        <p:spPr>
          <a:xfrm>
            <a:off x="8092440" y="1508760"/>
            <a:ext cx="2834640" cy="713232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zh-CN" sz="40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 dirty="0"/>
              <a:t>数字</a:t>
            </a:r>
          </a:p>
        </p:txBody>
      </p:sp>
      <p:sp>
        <p:nvSpPr>
          <p:cNvPr id="27" name="metric3_label"/>
          <p:cNvSpPr>
            <a:spLocks noGrp="1"/>
          </p:cNvSpPr>
          <p:nvPr>
            <p:ph type="body" sz="quarter" idx="17" hasCustomPrompt="1"/>
          </p:nvPr>
        </p:nvSpPr>
        <p:spPr>
          <a:xfrm>
            <a:off x="8092440" y="2331720"/>
            <a:ext cx="2834640" cy="420624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指标名称</a:t>
            </a:r>
          </a:p>
        </p:txBody>
      </p:sp>
      <p:sp>
        <p:nvSpPr>
          <p:cNvPr id="28" name="metric3_desc"/>
          <p:cNvSpPr>
            <a:spLocks noGrp="1"/>
          </p:cNvSpPr>
          <p:nvPr>
            <p:ph type="body" sz="quarter" idx="18" hasCustomPrompt="1"/>
          </p:nvPr>
        </p:nvSpPr>
        <p:spPr>
          <a:xfrm>
            <a:off x="8092440" y="2926080"/>
            <a:ext cx="2834640" cy="2331720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指标说明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宫格-田字分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grid1_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777240" y="1097280"/>
            <a:ext cx="4892040" cy="475488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zh-CN" sz="22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/>
              <a:t>要点标题</a:t>
            </a:r>
          </a:p>
        </p:txBody>
      </p:sp>
      <p:sp>
        <p:nvSpPr>
          <p:cNvPr id="21" name="grid1_body"/>
          <p:cNvSpPr>
            <a:spLocks noGrp="1"/>
          </p:cNvSpPr>
          <p:nvPr>
            <p:ph type="body" sz="quarter" idx="11" hasCustomPrompt="1"/>
          </p:nvPr>
        </p:nvSpPr>
        <p:spPr>
          <a:xfrm>
            <a:off x="777240" y="1700784"/>
            <a:ext cx="4892040" cy="1408176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要点正文</a:t>
            </a:r>
          </a:p>
        </p:txBody>
      </p:sp>
      <p:sp>
        <p:nvSpPr>
          <p:cNvPr id="22" name="grid2_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6355080" y="1097280"/>
            <a:ext cx="4892040" cy="475488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zh-CN" sz="22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/>
              <a:t>要点标题</a:t>
            </a:r>
          </a:p>
        </p:txBody>
      </p:sp>
      <p:sp>
        <p:nvSpPr>
          <p:cNvPr id="23" name="grid2_body"/>
          <p:cNvSpPr>
            <a:spLocks noGrp="1"/>
          </p:cNvSpPr>
          <p:nvPr>
            <p:ph type="body" sz="quarter" idx="13" hasCustomPrompt="1"/>
          </p:nvPr>
        </p:nvSpPr>
        <p:spPr>
          <a:xfrm>
            <a:off x="6355080" y="1700784"/>
            <a:ext cx="4892040" cy="1408176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要点正文</a:t>
            </a:r>
          </a:p>
        </p:txBody>
      </p:sp>
      <p:sp>
        <p:nvSpPr>
          <p:cNvPr id="24" name="grid3_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777240" y="3703320"/>
            <a:ext cx="4892040" cy="475488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zh-CN" sz="22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/>
              <a:t>要点标题</a:t>
            </a:r>
          </a:p>
        </p:txBody>
      </p:sp>
      <p:sp>
        <p:nvSpPr>
          <p:cNvPr id="25" name="grid3_body"/>
          <p:cNvSpPr>
            <a:spLocks noGrp="1"/>
          </p:cNvSpPr>
          <p:nvPr>
            <p:ph type="body" sz="quarter" idx="15" hasCustomPrompt="1"/>
          </p:nvPr>
        </p:nvSpPr>
        <p:spPr>
          <a:xfrm>
            <a:off x="777240" y="4306824"/>
            <a:ext cx="4892040" cy="1408176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要点正文</a:t>
            </a:r>
          </a:p>
        </p:txBody>
      </p:sp>
      <p:sp>
        <p:nvSpPr>
          <p:cNvPr id="26" name="grid4_title"/>
          <p:cNvSpPr>
            <a:spLocks noGrp="1"/>
          </p:cNvSpPr>
          <p:nvPr>
            <p:ph type="body" sz="quarter" idx="16" hasCustomPrompt="1"/>
          </p:nvPr>
        </p:nvSpPr>
        <p:spPr>
          <a:xfrm>
            <a:off x="6355080" y="3703320"/>
            <a:ext cx="4892040" cy="475488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zh-CN" sz="22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 dirty="0"/>
              <a:t>要点标题</a:t>
            </a:r>
          </a:p>
        </p:txBody>
      </p:sp>
      <p:sp>
        <p:nvSpPr>
          <p:cNvPr id="27" name="grid4_body"/>
          <p:cNvSpPr>
            <a:spLocks noGrp="1"/>
          </p:cNvSpPr>
          <p:nvPr>
            <p:ph type="body" sz="quarter" idx="17" hasCustomPrompt="1"/>
          </p:nvPr>
        </p:nvSpPr>
        <p:spPr>
          <a:xfrm>
            <a:off x="6355080" y="4306824"/>
            <a:ext cx="4892040" cy="1408176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要点正文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宫格-横向四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grid1_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594360" y="1188720"/>
            <a:ext cx="2468880" cy="475488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zh-CN" sz="22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 dirty="0"/>
              <a:t>要点标题</a:t>
            </a:r>
          </a:p>
        </p:txBody>
      </p:sp>
      <p:sp>
        <p:nvSpPr>
          <p:cNvPr id="21" name="grid1_body"/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1792224"/>
            <a:ext cx="2468880" cy="3877056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要点正文</a:t>
            </a:r>
          </a:p>
        </p:txBody>
      </p:sp>
      <p:sp>
        <p:nvSpPr>
          <p:cNvPr id="22" name="grid2_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3456432" y="1188720"/>
            <a:ext cx="2468880" cy="475488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zh-CN" sz="22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/>
              <a:t>要点标题</a:t>
            </a:r>
          </a:p>
        </p:txBody>
      </p:sp>
      <p:sp>
        <p:nvSpPr>
          <p:cNvPr id="23" name="grid2_body"/>
          <p:cNvSpPr>
            <a:spLocks noGrp="1"/>
          </p:cNvSpPr>
          <p:nvPr>
            <p:ph type="body" sz="quarter" idx="13" hasCustomPrompt="1"/>
          </p:nvPr>
        </p:nvSpPr>
        <p:spPr>
          <a:xfrm>
            <a:off x="3456432" y="1792224"/>
            <a:ext cx="2468880" cy="3877056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要点正文</a:t>
            </a:r>
          </a:p>
        </p:txBody>
      </p:sp>
      <p:sp>
        <p:nvSpPr>
          <p:cNvPr id="24" name="grid3_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6318504" y="1188720"/>
            <a:ext cx="2468880" cy="475488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zh-CN" sz="22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 dirty="0"/>
              <a:t>要点标题</a:t>
            </a:r>
          </a:p>
        </p:txBody>
      </p:sp>
      <p:sp>
        <p:nvSpPr>
          <p:cNvPr id="25" name="grid3_body"/>
          <p:cNvSpPr>
            <a:spLocks noGrp="1"/>
          </p:cNvSpPr>
          <p:nvPr>
            <p:ph type="body" sz="quarter" idx="15" hasCustomPrompt="1"/>
          </p:nvPr>
        </p:nvSpPr>
        <p:spPr>
          <a:xfrm>
            <a:off x="6318504" y="1792224"/>
            <a:ext cx="2468880" cy="3877056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要点正文</a:t>
            </a:r>
          </a:p>
        </p:txBody>
      </p:sp>
      <p:sp>
        <p:nvSpPr>
          <p:cNvPr id="26" name="grid4_title"/>
          <p:cNvSpPr>
            <a:spLocks noGrp="1"/>
          </p:cNvSpPr>
          <p:nvPr>
            <p:ph type="body" sz="quarter" idx="16" hasCustomPrompt="1"/>
          </p:nvPr>
        </p:nvSpPr>
        <p:spPr>
          <a:xfrm>
            <a:off x="9180576" y="1188720"/>
            <a:ext cx="2468880" cy="475488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zh-CN" sz="22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/>
              <a:t>要点标题</a:t>
            </a:r>
          </a:p>
        </p:txBody>
      </p:sp>
      <p:sp>
        <p:nvSpPr>
          <p:cNvPr id="27" name="grid4_body"/>
          <p:cNvSpPr>
            <a:spLocks noGrp="1"/>
          </p:cNvSpPr>
          <p:nvPr>
            <p:ph type="body" sz="quarter" idx="17" hasCustomPrompt="1"/>
          </p:nvPr>
        </p:nvSpPr>
        <p:spPr>
          <a:xfrm>
            <a:off x="9180576" y="1792224"/>
            <a:ext cx="2468880" cy="3877056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要点正文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宫格-纵向四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grid1_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868680" y="831672"/>
            <a:ext cx="10800000" cy="396000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zh-CN" sz="20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 dirty="0"/>
              <a:t>要点标题</a:t>
            </a:r>
          </a:p>
        </p:txBody>
      </p:sp>
      <p:sp>
        <p:nvSpPr>
          <p:cNvPr id="21" name="grid1_body"/>
          <p:cNvSpPr>
            <a:spLocks noGrp="1"/>
          </p:cNvSpPr>
          <p:nvPr>
            <p:ph type="body" sz="quarter" idx="11" hasCustomPrompt="1"/>
          </p:nvPr>
        </p:nvSpPr>
        <p:spPr>
          <a:xfrm>
            <a:off x="868680" y="1308972"/>
            <a:ext cx="10800000" cy="784572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 dirty="0"/>
              <a:t>要点正文</a:t>
            </a:r>
          </a:p>
        </p:txBody>
      </p:sp>
      <p:sp>
        <p:nvSpPr>
          <p:cNvPr id="22" name="grid2_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868680" y="2238690"/>
            <a:ext cx="10800000" cy="396000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zh-CN" sz="20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 dirty="0"/>
              <a:t>要点标题</a:t>
            </a:r>
          </a:p>
        </p:txBody>
      </p:sp>
      <p:sp>
        <p:nvSpPr>
          <p:cNvPr id="23" name="grid2_body"/>
          <p:cNvSpPr>
            <a:spLocks noGrp="1"/>
          </p:cNvSpPr>
          <p:nvPr>
            <p:ph type="body" sz="quarter" idx="13" hasCustomPrompt="1"/>
          </p:nvPr>
        </p:nvSpPr>
        <p:spPr>
          <a:xfrm>
            <a:off x="868680" y="2715990"/>
            <a:ext cx="10800000" cy="784572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要点正文</a:t>
            </a:r>
          </a:p>
        </p:txBody>
      </p:sp>
      <p:sp>
        <p:nvSpPr>
          <p:cNvPr id="24" name="grid3_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868680" y="3718275"/>
            <a:ext cx="10800000" cy="396000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zh-CN" sz="20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 dirty="0"/>
              <a:t>要点标题</a:t>
            </a:r>
          </a:p>
        </p:txBody>
      </p:sp>
      <p:sp>
        <p:nvSpPr>
          <p:cNvPr id="25" name="grid3_body"/>
          <p:cNvSpPr>
            <a:spLocks noGrp="1"/>
          </p:cNvSpPr>
          <p:nvPr>
            <p:ph type="body" sz="quarter" idx="15" hasCustomPrompt="1"/>
          </p:nvPr>
        </p:nvSpPr>
        <p:spPr>
          <a:xfrm>
            <a:off x="868680" y="4195575"/>
            <a:ext cx="10800000" cy="784572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要点正文</a:t>
            </a:r>
          </a:p>
        </p:txBody>
      </p:sp>
      <p:sp>
        <p:nvSpPr>
          <p:cNvPr id="26" name="grid4_title"/>
          <p:cNvSpPr>
            <a:spLocks noGrp="1"/>
          </p:cNvSpPr>
          <p:nvPr>
            <p:ph type="body" sz="quarter" idx="16" hasCustomPrompt="1"/>
          </p:nvPr>
        </p:nvSpPr>
        <p:spPr>
          <a:xfrm>
            <a:off x="868680" y="5183348"/>
            <a:ext cx="10800000" cy="396000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zh-CN" sz="2000" b="0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marL="0" lvl="0" indent="0">
              <a:buNone/>
            </a:pPr>
            <a:r>
              <a:rPr lang="zh-CN" dirty="0"/>
              <a:t>要点标题</a:t>
            </a:r>
          </a:p>
        </p:txBody>
      </p:sp>
      <p:sp>
        <p:nvSpPr>
          <p:cNvPr id="27" name="grid4_body"/>
          <p:cNvSpPr>
            <a:spLocks noGrp="1"/>
          </p:cNvSpPr>
          <p:nvPr>
            <p:ph type="body" sz="quarter" idx="17" hasCustomPrompt="1"/>
          </p:nvPr>
        </p:nvSpPr>
        <p:spPr>
          <a:xfrm>
            <a:off x="868680" y="5660648"/>
            <a:ext cx="10800000" cy="784572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要点正文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图右文-左右均分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image_main"/>
          <p:cNvSpPr>
            <a:spLocks noGrp="1"/>
          </p:cNvSpPr>
          <p:nvPr>
            <p:ph type="pic" sz="quarter" idx="10"/>
          </p:nvPr>
        </p:nvSpPr>
        <p:spPr>
          <a:xfrm>
            <a:off x="640080" y="1051560"/>
            <a:ext cx="5303520" cy="480060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1" name="body"/>
          <p:cNvSpPr>
            <a:spLocks noGrp="1"/>
          </p:cNvSpPr>
          <p:nvPr>
            <p:ph type="body" sz="quarter" idx="11" hasCustomPrompt="1"/>
          </p:nvPr>
        </p:nvSpPr>
        <p:spPr>
          <a:xfrm>
            <a:off x="6355080" y="1234440"/>
            <a:ext cx="4983480" cy="4343400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正文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图右文-小图大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image_main"/>
          <p:cNvSpPr>
            <a:spLocks noGrp="1"/>
          </p:cNvSpPr>
          <p:nvPr>
            <p:ph type="pic" sz="quarter" idx="10"/>
          </p:nvPr>
        </p:nvSpPr>
        <p:spPr>
          <a:xfrm>
            <a:off x="777240" y="1234440"/>
            <a:ext cx="3840480" cy="28803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1" name="body"/>
          <p:cNvSpPr>
            <a:spLocks noGrp="1"/>
          </p:cNvSpPr>
          <p:nvPr>
            <p:ph type="body" sz="quarter" idx="11" hasCustomPrompt="1"/>
          </p:nvPr>
        </p:nvSpPr>
        <p:spPr>
          <a:xfrm>
            <a:off x="5074920" y="1097280"/>
            <a:ext cx="6263640" cy="4617720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正文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右图左文-左右均分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body"/>
          <p:cNvSpPr>
            <a:spLocks noGrp="1"/>
          </p:cNvSpPr>
          <p:nvPr>
            <p:ph type="body" sz="quarter" idx="10" hasCustomPrompt="1"/>
          </p:nvPr>
        </p:nvSpPr>
        <p:spPr>
          <a:xfrm>
            <a:off x="777240" y="1234440"/>
            <a:ext cx="4983480" cy="4343400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正文</a:t>
            </a:r>
          </a:p>
        </p:txBody>
      </p:sp>
      <p:sp>
        <p:nvSpPr>
          <p:cNvPr id="21" name="image_main"/>
          <p:cNvSpPr>
            <a:spLocks noGrp="1"/>
          </p:cNvSpPr>
          <p:nvPr>
            <p:ph type="pic" sz="quarter" idx="11"/>
          </p:nvPr>
        </p:nvSpPr>
        <p:spPr>
          <a:xfrm>
            <a:off x="6263640" y="1051560"/>
            <a:ext cx="5303520" cy="480060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右图左文-小图大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body"/>
          <p:cNvSpPr>
            <a:spLocks noGrp="1"/>
          </p:cNvSpPr>
          <p:nvPr>
            <p:ph type="body" sz="quarter" idx="10" hasCustomPrompt="1"/>
          </p:nvPr>
        </p:nvSpPr>
        <p:spPr>
          <a:xfrm>
            <a:off x="777240" y="1097280"/>
            <a:ext cx="6263640" cy="4617720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正文</a:t>
            </a:r>
          </a:p>
        </p:txBody>
      </p:sp>
      <p:sp>
        <p:nvSpPr>
          <p:cNvPr id="21" name="image_main"/>
          <p:cNvSpPr>
            <a:spLocks noGrp="1"/>
          </p:cNvSpPr>
          <p:nvPr>
            <p:ph type="pic" sz="quarter" idx="11"/>
          </p:nvPr>
        </p:nvSpPr>
        <p:spPr>
          <a:xfrm>
            <a:off x="7498080" y="1234440"/>
            <a:ext cx="3840480" cy="28803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图下文-半图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image_main"/>
          <p:cNvSpPr>
            <a:spLocks noGrp="1"/>
          </p:cNvSpPr>
          <p:nvPr>
            <p:ph type="pic" sz="quarter" idx="10"/>
          </p:nvPr>
        </p:nvSpPr>
        <p:spPr>
          <a:xfrm>
            <a:off x="685800" y="914400"/>
            <a:ext cx="10835640" cy="283464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1" name="body"/>
          <p:cNvSpPr>
            <a:spLocks noGrp="1"/>
          </p:cNvSpPr>
          <p:nvPr>
            <p:ph type="body" sz="quarter" idx="11" hasCustomPrompt="1"/>
          </p:nvPr>
        </p:nvSpPr>
        <p:spPr>
          <a:xfrm>
            <a:off x="868680" y="4069080"/>
            <a:ext cx="10469880" cy="1371600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正文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图下文-浅图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image_main"/>
          <p:cNvSpPr>
            <a:spLocks noGrp="1"/>
          </p:cNvSpPr>
          <p:nvPr>
            <p:ph type="pic" sz="quarter" idx="10"/>
          </p:nvPr>
        </p:nvSpPr>
        <p:spPr>
          <a:xfrm>
            <a:off x="685800" y="914400"/>
            <a:ext cx="10835640" cy="205740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1" name="body"/>
          <p:cNvSpPr>
            <a:spLocks noGrp="1"/>
          </p:cNvSpPr>
          <p:nvPr>
            <p:ph type="body" sz="quarter" idx="11" hasCustomPrompt="1"/>
          </p:nvPr>
        </p:nvSpPr>
        <p:spPr>
          <a:xfrm>
            <a:off x="868680" y="3383280"/>
            <a:ext cx="10469880" cy="2240280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正文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图上文-半图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body"/>
          <p:cNvSpPr>
            <a:spLocks noGrp="1"/>
          </p:cNvSpPr>
          <p:nvPr>
            <p:ph type="body" sz="quarter" idx="10" hasCustomPrompt="1"/>
          </p:nvPr>
        </p:nvSpPr>
        <p:spPr>
          <a:xfrm>
            <a:off x="868680" y="1005840"/>
            <a:ext cx="10469880" cy="1874520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正文</a:t>
            </a:r>
          </a:p>
        </p:txBody>
      </p:sp>
      <p:sp>
        <p:nvSpPr>
          <p:cNvPr id="21" name="image_main"/>
          <p:cNvSpPr>
            <a:spLocks noGrp="1"/>
          </p:cNvSpPr>
          <p:nvPr>
            <p:ph type="pic" sz="quarter" idx="11"/>
          </p:nvPr>
        </p:nvSpPr>
        <p:spPr>
          <a:xfrm>
            <a:off x="685800" y="3246120"/>
            <a:ext cx="10835640" cy="2651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图大量文字-右上图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body"/>
          <p:cNvSpPr>
            <a:spLocks noGrp="1"/>
          </p:cNvSpPr>
          <p:nvPr>
            <p:ph type="body" sz="quarter" idx="10" hasCustomPrompt="1"/>
          </p:nvPr>
        </p:nvSpPr>
        <p:spPr>
          <a:xfrm>
            <a:off x="777240" y="1097280"/>
            <a:ext cx="6766560" cy="4663440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正文</a:t>
            </a:r>
          </a:p>
        </p:txBody>
      </p:sp>
      <p:sp>
        <p:nvSpPr>
          <p:cNvPr id="21" name="image_main"/>
          <p:cNvSpPr>
            <a:spLocks noGrp="1"/>
          </p:cNvSpPr>
          <p:nvPr>
            <p:ph type="pic" sz="quarter" idx="11"/>
          </p:nvPr>
        </p:nvSpPr>
        <p:spPr>
          <a:xfrm>
            <a:off x="8001000" y="1097280"/>
            <a:ext cx="3337560" cy="224028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全图文字叠加-居中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image_main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85800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1" name="body"/>
          <p:cNvSpPr>
            <a:spLocks noGrp="1"/>
          </p:cNvSpPr>
          <p:nvPr>
            <p:ph type="body" sz="quarter" idx="11" hasCustomPrompt="1"/>
          </p:nvPr>
        </p:nvSpPr>
        <p:spPr>
          <a:xfrm>
            <a:off x="1874520" y="2423160"/>
            <a:ext cx="8412480" cy="1280160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叠加正文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图并排-带说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image1"/>
          <p:cNvSpPr>
            <a:spLocks noGrp="1"/>
          </p:cNvSpPr>
          <p:nvPr>
            <p:ph type="pic" sz="quarter" idx="10"/>
          </p:nvPr>
        </p:nvSpPr>
        <p:spPr>
          <a:xfrm>
            <a:off x="685800" y="1097280"/>
            <a:ext cx="5074920" cy="374904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1" name="image1_caption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956048"/>
            <a:ext cx="5074920" cy="438912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图片说明</a:t>
            </a:r>
          </a:p>
        </p:txBody>
      </p:sp>
      <p:sp>
        <p:nvSpPr>
          <p:cNvPr id="22" name="image2"/>
          <p:cNvSpPr>
            <a:spLocks noGrp="1"/>
          </p:cNvSpPr>
          <p:nvPr>
            <p:ph type="pic" sz="quarter" idx="12"/>
          </p:nvPr>
        </p:nvSpPr>
        <p:spPr>
          <a:xfrm>
            <a:off x="6355080" y="1097280"/>
            <a:ext cx="5074920" cy="374904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3" name="image2_caption"/>
          <p:cNvSpPr>
            <a:spLocks noGrp="1"/>
          </p:cNvSpPr>
          <p:nvPr>
            <p:ph type="body" sz="quarter" idx="13" hasCustomPrompt="1"/>
          </p:nvPr>
        </p:nvSpPr>
        <p:spPr>
          <a:xfrm>
            <a:off x="6355080" y="4956048"/>
            <a:ext cx="5074920" cy="438912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图片说明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图并排-无说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image1"/>
          <p:cNvSpPr>
            <a:spLocks noGrp="1"/>
          </p:cNvSpPr>
          <p:nvPr>
            <p:ph type="pic" sz="quarter" idx="10"/>
          </p:nvPr>
        </p:nvSpPr>
        <p:spPr>
          <a:xfrm>
            <a:off x="685800" y="1097280"/>
            <a:ext cx="5166360" cy="466344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1" name="image2"/>
          <p:cNvSpPr>
            <a:spLocks noGrp="1"/>
          </p:cNvSpPr>
          <p:nvPr>
            <p:ph type="pic" sz="quarter" idx="11"/>
          </p:nvPr>
        </p:nvSpPr>
        <p:spPr>
          <a:xfrm>
            <a:off x="6263640" y="1097280"/>
            <a:ext cx="5166360" cy="466344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图横排-带说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image1"/>
          <p:cNvSpPr>
            <a:spLocks noGrp="1"/>
          </p:cNvSpPr>
          <p:nvPr>
            <p:ph type="pic" sz="quarter" idx="10"/>
          </p:nvPr>
        </p:nvSpPr>
        <p:spPr>
          <a:xfrm>
            <a:off x="594360" y="1188720"/>
            <a:ext cx="3429000" cy="365760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1" name="image1_caption"/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956048"/>
            <a:ext cx="3429000" cy="438912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图片说明</a:t>
            </a:r>
          </a:p>
        </p:txBody>
      </p:sp>
      <p:sp>
        <p:nvSpPr>
          <p:cNvPr id="22" name="image2"/>
          <p:cNvSpPr>
            <a:spLocks noGrp="1"/>
          </p:cNvSpPr>
          <p:nvPr>
            <p:ph type="pic" sz="quarter" idx="12"/>
          </p:nvPr>
        </p:nvSpPr>
        <p:spPr>
          <a:xfrm>
            <a:off x="4389120" y="1188720"/>
            <a:ext cx="3429000" cy="365760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3" name="image2_caption"/>
          <p:cNvSpPr>
            <a:spLocks noGrp="1"/>
          </p:cNvSpPr>
          <p:nvPr>
            <p:ph type="body" sz="quarter" idx="13" hasCustomPrompt="1"/>
          </p:nvPr>
        </p:nvSpPr>
        <p:spPr>
          <a:xfrm>
            <a:off x="4389120" y="4956048"/>
            <a:ext cx="3429000" cy="438912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图片说明</a:t>
            </a:r>
          </a:p>
        </p:txBody>
      </p:sp>
      <p:sp>
        <p:nvSpPr>
          <p:cNvPr id="24" name="image3"/>
          <p:cNvSpPr>
            <a:spLocks noGrp="1"/>
          </p:cNvSpPr>
          <p:nvPr>
            <p:ph type="pic" sz="quarter" idx="14"/>
          </p:nvPr>
        </p:nvSpPr>
        <p:spPr>
          <a:xfrm>
            <a:off x="8183880" y="1188720"/>
            <a:ext cx="3429000" cy="365760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5" name="image3_caption"/>
          <p:cNvSpPr>
            <a:spLocks noGrp="1"/>
          </p:cNvSpPr>
          <p:nvPr>
            <p:ph type="body" sz="quarter" idx="15" hasCustomPrompt="1"/>
          </p:nvPr>
        </p:nvSpPr>
        <p:spPr>
          <a:xfrm>
            <a:off x="8183880" y="4956048"/>
            <a:ext cx="3429000" cy="438912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图片说明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图横排-无说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image1"/>
          <p:cNvSpPr>
            <a:spLocks noGrp="1"/>
          </p:cNvSpPr>
          <p:nvPr>
            <p:ph type="pic" sz="quarter" idx="10"/>
          </p:nvPr>
        </p:nvSpPr>
        <p:spPr>
          <a:xfrm>
            <a:off x="594360" y="1188720"/>
            <a:ext cx="3429000" cy="461772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1" name="image2"/>
          <p:cNvSpPr>
            <a:spLocks noGrp="1"/>
          </p:cNvSpPr>
          <p:nvPr>
            <p:ph type="pic" sz="quarter" idx="11"/>
          </p:nvPr>
        </p:nvSpPr>
        <p:spPr>
          <a:xfrm>
            <a:off x="4389120" y="1188720"/>
            <a:ext cx="3429000" cy="461772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2" name="image3"/>
          <p:cNvSpPr>
            <a:spLocks noGrp="1"/>
          </p:cNvSpPr>
          <p:nvPr>
            <p:ph type="pic" sz="quarter" idx="12"/>
          </p:nvPr>
        </p:nvSpPr>
        <p:spPr>
          <a:xfrm>
            <a:off x="8183880" y="1188720"/>
            <a:ext cx="3429000" cy="461772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图宫格-带说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image1"/>
          <p:cNvSpPr>
            <a:spLocks noGrp="1"/>
          </p:cNvSpPr>
          <p:nvPr>
            <p:ph type="pic" sz="quarter" idx="10"/>
          </p:nvPr>
        </p:nvSpPr>
        <p:spPr>
          <a:xfrm>
            <a:off x="777240" y="1051560"/>
            <a:ext cx="4937760" cy="160020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1" name="image1_caption"/>
          <p:cNvSpPr>
            <a:spLocks noGrp="1"/>
          </p:cNvSpPr>
          <p:nvPr>
            <p:ph type="body" sz="quarter" idx="11" hasCustomPrompt="1"/>
          </p:nvPr>
        </p:nvSpPr>
        <p:spPr>
          <a:xfrm>
            <a:off x="777240" y="2761488"/>
            <a:ext cx="4937760" cy="438912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图片说明</a:t>
            </a:r>
          </a:p>
        </p:txBody>
      </p:sp>
      <p:sp>
        <p:nvSpPr>
          <p:cNvPr id="22" name="image2"/>
          <p:cNvSpPr>
            <a:spLocks noGrp="1"/>
          </p:cNvSpPr>
          <p:nvPr>
            <p:ph type="pic" sz="quarter" idx="12"/>
          </p:nvPr>
        </p:nvSpPr>
        <p:spPr>
          <a:xfrm>
            <a:off x="6446520" y="1051560"/>
            <a:ext cx="4937760" cy="160020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3" name="image2_caption"/>
          <p:cNvSpPr>
            <a:spLocks noGrp="1"/>
          </p:cNvSpPr>
          <p:nvPr>
            <p:ph type="body" sz="quarter" idx="13" hasCustomPrompt="1"/>
          </p:nvPr>
        </p:nvSpPr>
        <p:spPr>
          <a:xfrm>
            <a:off x="6446520" y="2761488"/>
            <a:ext cx="4937760" cy="438912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图片说明</a:t>
            </a:r>
          </a:p>
        </p:txBody>
      </p:sp>
      <p:sp>
        <p:nvSpPr>
          <p:cNvPr id="24" name="image3"/>
          <p:cNvSpPr>
            <a:spLocks noGrp="1"/>
          </p:cNvSpPr>
          <p:nvPr>
            <p:ph type="pic" sz="quarter" idx="14"/>
          </p:nvPr>
        </p:nvSpPr>
        <p:spPr>
          <a:xfrm>
            <a:off x="777240" y="3794760"/>
            <a:ext cx="4937760" cy="160020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5" name="image3_caption"/>
          <p:cNvSpPr>
            <a:spLocks noGrp="1"/>
          </p:cNvSpPr>
          <p:nvPr>
            <p:ph type="body" sz="quarter" idx="15" hasCustomPrompt="1"/>
          </p:nvPr>
        </p:nvSpPr>
        <p:spPr>
          <a:xfrm>
            <a:off x="777240" y="5504688"/>
            <a:ext cx="4937760" cy="438912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图片说明</a:t>
            </a:r>
          </a:p>
        </p:txBody>
      </p:sp>
      <p:sp>
        <p:nvSpPr>
          <p:cNvPr id="26" name="image4"/>
          <p:cNvSpPr>
            <a:spLocks noGrp="1"/>
          </p:cNvSpPr>
          <p:nvPr>
            <p:ph type="pic" sz="quarter" idx="16"/>
          </p:nvPr>
        </p:nvSpPr>
        <p:spPr>
          <a:xfrm>
            <a:off x="6446520" y="3794760"/>
            <a:ext cx="4937760" cy="160020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7" name="image4_caption"/>
          <p:cNvSpPr>
            <a:spLocks noGrp="1"/>
          </p:cNvSpPr>
          <p:nvPr>
            <p:ph type="body" sz="quarter" idx="17" hasCustomPrompt="1"/>
          </p:nvPr>
        </p:nvSpPr>
        <p:spPr>
          <a:xfrm>
            <a:off x="6446520" y="5504688"/>
            <a:ext cx="4937760" cy="438912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图片说明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图宫格-无说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image1"/>
          <p:cNvSpPr>
            <a:spLocks noGrp="1"/>
          </p:cNvSpPr>
          <p:nvPr>
            <p:ph type="pic" sz="quarter" idx="10"/>
          </p:nvPr>
        </p:nvSpPr>
        <p:spPr>
          <a:xfrm>
            <a:off x="777240" y="1005840"/>
            <a:ext cx="4937760" cy="233172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1" name="image2"/>
          <p:cNvSpPr>
            <a:spLocks noGrp="1"/>
          </p:cNvSpPr>
          <p:nvPr>
            <p:ph type="pic" sz="quarter" idx="11"/>
          </p:nvPr>
        </p:nvSpPr>
        <p:spPr>
          <a:xfrm>
            <a:off x="6446520" y="1005840"/>
            <a:ext cx="4937760" cy="233172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2" name="image3"/>
          <p:cNvSpPr>
            <a:spLocks noGrp="1"/>
          </p:cNvSpPr>
          <p:nvPr>
            <p:ph type="pic" sz="quarter" idx="12"/>
          </p:nvPr>
        </p:nvSpPr>
        <p:spPr>
          <a:xfrm>
            <a:off x="777240" y="3657600"/>
            <a:ext cx="4937760" cy="233172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3" name="image4"/>
          <p:cNvSpPr>
            <a:spLocks noGrp="1"/>
          </p:cNvSpPr>
          <p:nvPr>
            <p:ph type="pic" sz="quarter" idx="13"/>
          </p:nvPr>
        </p:nvSpPr>
        <p:spPr>
          <a:xfrm>
            <a:off x="6446520" y="3657600"/>
            <a:ext cx="4937760" cy="233172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图小图组合-左大右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image1"/>
          <p:cNvSpPr>
            <a:spLocks noGrp="1"/>
          </p:cNvSpPr>
          <p:nvPr>
            <p:ph type="pic" sz="quarter" idx="10"/>
          </p:nvPr>
        </p:nvSpPr>
        <p:spPr>
          <a:xfrm>
            <a:off x="685800" y="1005840"/>
            <a:ext cx="5989320" cy="484632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1" name="image2"/>
          <p:cNvSpPr>
            <a:spLocks noGrp="1"/>
          </p:cNvSpPr>
          <p:nvPr>
            <p:ph type="pic" sz="quarter" idx="11"/>
          </p:nvPr>
        </p:nvSpPr>
        <p:spPr>
          <a:xfrm>
            <a:off x="7086600" y="1005840"/>
            <a:ext cx="4434840" cy="224028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2" name="image3"/>
          <p:cNvSpPr>
            <a:spLocks noGrp="1"/>
          </p:cNvSpPr>
          <p:nvPr>
            <p:ph type="pic" sz="quarter" idx="12"/>
          </p:nvPr>
        </p:nvSpPr>
        <p:spPr>
          <a:xfrm>
            <a:off x="7086600" y="3611880"/>
            <a:ext cx="4434840" cy="224028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图小图组合-左大右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image1"/>
          <p:cNvSpPr>
            <a:spLocks noGrp="1"/>
          </p:cNvSpPr>
          <p:nvPr>
            <p:ph type="pic" sz="quarter" idx="10"/>
          </p:nvPr>
        </p:nvSpPr>
        <p:spPr>
          <a:xfrm>
            <a:off x="685800" y="1005840"/>
            <a:ext cx="5852160" cy="484632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1" name="image2"/>
          <p:cNvSpPr>
            <a:spLocks noGrp="1"/>
          </p:cNvSpPr>
          <p:nvPr>
            <p:ph type="pic" sz="quarter" idx="11"/>
          </p:nvPr>
        </p:nvSpPr>
        <p:spPr>
          <a:xfrm>
            <a:off x="6995160" y="1005840"/>
            <a:ext cx="4389120" cy="141732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2" name="image3"/>
          <p:cNvSpPr>
            <a:spLocks noGrp="1"/>
          </p:cNvSpPr>
          <p:nvPr>
            <p:ph type="pic" sz="quarter" idx="12"/>
          </p:nvPr>
        </p:nvSpPr>
        <p:spPr>
          <a:xfrm>
            <a:off x="6995160" y="2724912"/>
            <a:ext cx="4389120" cy="141732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3" name="image4"/>
          <p:cNvSpPr>
            <a:spLocks noGrp="1"/>
          </p:cNvSpPr>
          <p:nvPr>
            <p:ph type="pic" sz="quarter" idx="13"/>
          </p:nvPr>
        </p:nvSpPr>
        <p:spPr>
          <a:xfrm>
            <a:off x="6995160" y="4434840"/>
            <a:ext cx="4389120" cy="141732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五图版式-主次左大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image1"/>
          <p:cNvSpPr>
            <a:spLocks noGrp="1"/>
          </p:cNvSpPr>
          <p:nvPr>
            <p:ph type="pic" sz="quarter" idx="10"/>
          </p:nvPr>
        </p:nvSpPr>
        <p:spPr>
          <a:xfrm>
            <a:off x="685800" y="1005840"/>
            <a:ext cx="5349240" cy="484632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1" name="image2"/>
          <p:cNvSpPr>
            <a:spLocks noGrp="1"/>
          </p:cNvSpPr>
          <p:nvPr>
            <p:ph type="pic" sz="quarter" idx="11"/>
          </p:nvPr>
        </p:nvSpPr>
        <p:spPr>
          <a:xfrm>
            <a:off x="6446520" y="1005840"/>
            <a:ext cx="2331720" cy="21945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2" name="image3"/>
          <p:cNvSpPr>
            <a:spLocks noGrp="1"/>
          </p:cNvSpPr>
          <p:nvPr>
            <p:ph type="pic" sz="quarter" idx="12"/>
          </p:nvPr>
        </p:nvSpPr>
        <p:spPr>
          <a:xfrm>
            <a:off x="9144000" y="1005840"/>
            <a:ext cx="2331720" cy="21945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3" name="image4"/>
          <p:cNvSpPr>
            <a:spLocks noGrp="1"/>
          </p:cNvSpPr>
          <p:nvPr>
            <p:ph type="pic" sz="quarter" idx="13"/>
          </p:nvPr>
        </p:nvSpPr>
        <p:spPr>
          <a:xfrm>
            <a:off x="6446520" y="3657600"/>
            <a:ext cx="2331720" cy="21945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4" name="image5"/>
          <p:cNvSpPr>
            <a:spLocks noGrp="1"/>
          </p:cNvSpPr>
          <p:nvPr>
            <p:ph type="pic" sz="quarter" idx="14"/>
          </p:nvPr>
        </p:nvSpPr>
        <p:spPr>
          <a:xfrm>
            <a:off x="9144000" y="3657600"/>
            <a:ext cx="2331720" cy="21945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五图版式-均等上三下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image1"/>
          <p:cNvSpPr>
            <a:spLocks noGrp="1"/>
          </p:cNvSpPr>
          <p:nvPr>
            <p:ph type="pic" sz="quarter" idx="10"/>
          </p:nvPr>
        </p:nvSpPr>
        <p:spPr>
          <a:xfrm>
            <a:off x="685800" y="1005840"/>
            <a:ext cx="3337560" cy="214884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1" name="image2"/>
          <p:cNvSpPr>
            <a:spLocks noGrp="1"/>
          </p:cNvSpPr>
          <p:nvPr>
            <p:ph type="pic" sz="quarter" idx="11"/>
          </p:nvPr>
        </p:nvSpPr>
        <p:spPr>
          <a:xfrm>
            <a:off x="4389120" y="1005840"/>
            <a:ext cx="3337560" cy="214884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2" name="image3"/>
          <p:cNvSpPr>
            <a:spLocks noGrp="1"/>
          </p:cNvSpPr>
          <p:nvPr>
            <p:ph type="pic" sz="quarter" idx="12"/>
          </p:nvPr>
        </p:nvSpPr>
        <p:spPr>
          <a:xfrm>
            <a:off x="8092440" y="1005840"/>
            <a:ext cx="3337560" cy="214884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3" name="image4"/>
          <p:cNvSpPr>
            <a:spLocks noGrp="1"/>
          </p:cNvSpPr>
          <p:nvPr>
            <p:ph type="pic" sz="quarter" idx="13"/>
          </p:nvPr>
        </p:nvSpPr>
        <p:spPr>
          <a:xfrm>
            <a:off x="2514600" y="3703320"/>
            <a:ext cx="3337560" cy="214884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4" name="image5"/>
          <p:cNvSpPr>
            <a:spLocks noGrp="1"/>
          </p:cNvSpPr>
          <p:nvPr>
            <p:ph type="pic" sz="quarter" idx="14"/>
          </p:nvPr>
        </p:nvSpPr>
        <p:spPr>
          <a:xfrm>
            <a:off x="6355080" y="3703320"/>
            <a:ext cx="3337560" cy="214884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六图宫格-3x2无说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image1"/>
          <p:cNvSpPr>
            <a:spLocks noGrp="1"/>
          </p:cNvSpPr>
          <p:nvPr>
            <p:ph type="pic" sz="quarter" idx="10"/>
          </p:nvPr>
        </p:nvSpPr>
        <p:spPr>
          <a:xfrm>
            <a:off x="685800" y="1005840"/>
            <a:ext cx="3291840" cy="214884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1" name="image2"/>
          <p:cNvSpPr>
            <a:spLocks noGrp="1"/>
          </p:cNvSpPr>
          <p:nvPr>
            <p:ph type="pic" sz="quarter" idx="11"/>
          </p:nvPr>
        </p:nvSpPr>
        <p:spPr>
          <a:xfrm>
            <a:off x="4389120" y="1005840"/>
            <a:ext cx="3291840" cy="214884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2" name="image3"/>
          <p:cNvSpPr>
            <a:spLocks noGrp="1"/>
          </p:cNvSpPr>
          <p:nvPr>
            <p:ph type="pic" sz="quarter" idx="12"/>
          </p:nvPr>
        </p:nvSpPr>
        <p:spPr>
          <a:xfrm>
            <a:off x="8092440" y="1005840"/>
            <a:ext cx="3291840" cy="214884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3" name="image4"/>
          <p:cNvSpPr>
            <a:spLocks noGrp="1"/>
          </p:cNvSpPr>
          <p:nvPr>
            <p:ph type="pic" sz="quarter" idx="13"/>
          </p:nvPr>
        </p:nvSpPr>
        <p:spPr>
          <a:xfrm>
            <a:off x="685800" y="3657600"/>
            <a:ext cx="3291840" cy="214884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4" name="image5"/>
          <p:cNvSpPr>
            <a:spLocks noGrp="1"/>
          </p:cNvSpPr>
          <p:nvPr>
            <p:ph type="pic" sz="quarter" idx="14"/>
          </p:nvPr>
        </p:nvSpPr>
        <p:spPr>
          <a:xfrm>
            <a:off x="4389120" y="3657600"/>
            <a:ext cx="3291840" cy="214884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5" name="image6"/>
          <p:cNvSpPr>
            <a:spLocks noGrp="1"/>
          </p:cNvSpPr>
          <p:nvPr>
            <p:ph type="pic" sz="quarter" idx="15"/>
          </p:nvPr>
        </p:nvSpPr>
        <p:spPr>
          <a:xfrm>
            <a:off x="8092440" y="3657600"/>
            <a:ext cx="3291840" cy="214884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六图宫格-3x2带说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image1"/>
          <p:cNvSpPr>
            <a:spLocks noGrp="1"/>
          </p:cNvSpPr>
          <p:nvPr>
            <p:ph type="pic" sz="quarter" idx="10"/>
          </p:nvPr>
        </p:nvSpPr>
        <p:spPr>
          <a:xfrm>
            <a:off x="685800" y="1005840"/>
            <a:ext cx="3291840" cy="160020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1" name="image1_caption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2715768"/>
            <a:ext cx="3291840" cy="438912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图片说明</a:t>
            </a:r>
          </a:p>
        </p:txBody>
      </p:sp>
      <p:sp>
        <p:nvSpPr>
          <p:cNvPr id="22" name="image2"/>
          <p:cNvSpPr>
            <a:spLocks noGrp="1"/>
          </p:cNvSpPr>
          <p:nvPr>
            <p:ph type="pic" sz="quarter" idx="12"/>
          </p:nvPr>
        </p:nvSpPr>
        <p:spPr>
          <a:xfrm>
            <a:off x="4389120" y="1005840"/>
            <a:ext cx="3291840" cy="160020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3" name="image2_caption"/>
          <p:cNvSpPr>
            <a:spLocks noGrp="1"/>
          </p:cNvSpPr>
          <p:nvPr>
            <p:ph type="body" sz="quarter" idx="13" hasCustomPrompt="1"/>
          </p:nvPr>
        </p:nvSpPr>
        <p:spPr>
          <a:xfrm>
            <a:off x="4389120" y="2715768"/>
            <a:ext cx="3291840" cy="438912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图片说明</a:t>
            </a:r>
          </a:p>
        </p:txBody>
      </p:sp>
      <p:sp>
        <p:nvSpPr>
          <p:cNvPr id="24" name="image3"/>
          <p:cNvSpPr>
            <a:spLocks noGrp="1"/>
          </p:cNvSpPr>
          <p:nvPr>
            <p:ph type="pic" sz="quarter" idx="14"/>
          </p:nvPr>
        </p:nvSpPr>
        <p:spPr>
          <a:xfrm>
            <a:off x="8092440" y="1005840"/>
            <a:ext cx="3291840" cy="160020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5" name="image3_caption"/>
          <p:cNvSpPr>
            <a:spLocks noGrp="1"/>
          </p:cNvSpPr>
          <p:nvPr>
            <p:ph type="body" sz="quarter" idx="15" hasCustomPrompt="1"/>
          </p:nvPr>
        </p:nvSpPr>
        <p:spPr>
          <a:xfrm>
            <a:off x="8092440" y="2715768"/>
            <a:ext cx="3291840" cy="438912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图片说明</a:t>
            </a:r>
          </a:p>
        </p:txBody>
      </p:sp>
      <p:sp>
        <p:nvSpPr>
          <p:cNvPr id="26" name="image4"/>
          <p:cNvSpPr>
            <a:spLocks noGrp="1"/>
          </p:cNvSpPr>
          <p:nvPr>
            <p:ph type="pic" sz="quarter" idx="16"/>
          </p:nvPr>
        </p:nvSpPr>
        <p:spPr>
          <a:xfrm>
            <a:off x="685800" y="3611880"/>
            <a:ext cx="3291840" cy="160020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7" name="image4_caption"/>
          <p:cNvSpPr>
            <a:spLocks noGrp="1"/>
          </p:cNvSpPr>
          <p:nvPr>
            <p:ph type="body" sz="quarter" idx="17" hasCustomPrompt="1"/>
          </p:nvPr>
        </p:nvSpPr>
        <p:spPr>
          <a:xfrm>
            <a:off x="685800" y="5321808"/>
            <a:ext cx="3291840" cy="438912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图片说明</a:t>
            </a:r>
          </a:p>
        </p:txBody>
      </p:sp>
      <p:sp>
        <p:nvSpPr>
          <p:cNvPr id="28" name="image5"/>
          <p:cNvSpPr>
            <a:spLocks noGrp="1"/>
          </p:cNvSpPr>
          <p:nvPr>
            <p:ph type="pic" sz="quarter" idx="18"/>
          </p:nvPr>
        </p:nvSpPr>
        <p:spPr>
          <a:xfrm>
            <a:off x="4389120" y="3611880"/>
            <a:ext cx="3291840" cy="160020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29" name="image5_caption"/>
          <p:cNvSpPr>
            <a:spLocks noGrp="1"/>
          </p:cNvSpPr>
          <p:nvPr>
            <p:ph type="body" sz="quarter" idx="19" hasCustomPrompt="1"/>
          </p:nvPr>
        </p:nvSpPr>
        <p:spPr>
          <a:xfrm>
            <a:off x="4389120" y="5321808"/>
            <a:ext cx="3291840" cy="438912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图片说明</a:t>
            </a:r>
          </a:p>
        </p:txBody>
      </p:sp>
      <p:sp>
        <p:nvSpPr>
          <p:cNvPr id="30" name="image6"/>
          <p:cNvSpPr>
            <a:spLocks noGrp="1"/>
          </p:cNvSpPr>
          <p:nvPr>
            <p:ph type="pic" sz="quarter" idx="20"/>
          </p:nvPr>
        </p:nvSpPr>
        <p:spPr>
          <a:xfrm>
            <a:off x="8092440" y="3611880"/>
            <a:ext cx="3291840" cy="160020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Microsoft YaHei"/>
                <a:ea typeface="Microsoft YaHei"/>
              </a:defRPr>
            </a:lvl1pPr>
          </a:lstStyle>
          <a:p>
            <a:pPr lvl="0"/>
            <a:endParaRPr/>
          </a:p>
        </p:txBody>
      </p:sp>
      <p:sp>
        <p:nvSpPr>
          <p:cNvPr id="31" name="image6_caption"/>
          <p:cNvSpPr>
            <a:spLocks noGrp="1"/>
          </p:cNvSpPr>
          <p:nvPr>
            <p:ph type="body" sz="quarter" idx="21" hasCustomPrompt="1"/>
          </p:nvPr>
        </p:nvSpPr>
        <p:spPr>
          <a:xfrm>
            <a:off x="8092440" y="5321808"/>
            <a:ext cx="3291840" cy="438912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图片说明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段叙述-通栏正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body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1325880"/>
            <a:ext cx="10332720" cy="4160520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正文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段叙述-窄栏正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body"/>
          <p:cNvSpPr>
            <a:spLocks noGrp="1"/>
          </p:cNvSpPr>
          <p:nvPr>
            <p:ph type="body" sz="quarter" idx="10" hasCustomPrompt="1"/>
          </p:nvPr>
        </p:nvSpPr>
        <p:spPr>
          <a:xfrm>
            <a:off x="2194560" y="1417320"/>
            <a:ext cx="7818120" cy="4023360"/>
          </a:xfrm>
        </p:spPr>
        <p:txBody>
          <a:bodyPr>
            <a:normAutofit/>
          </a:bodyPr>
          <a:lstStyle>
            <a:lvl1pPr marL="0" indent="0">
              <a:buNone/>
              <a:defRPr sz="1500" b="0" i="0"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正文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言金句-居中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quote"/>
          <p:cNvSpPr>
            <a:spLocks noGrp="1"/>
          </p:cNvSpPr>
          <p:nvPr>
            <p:ph type="body" sz="quarter" idx="10" hasCustomPrompt="1"/>
          </p:nvPr>
        </p:nvSpPr>
        <p:spPr>
          <a:xfrm>
            <a:off x="1554480" y="2148840"/>
            <a:ext cx="9098280" cy="1417320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金句</a:t>
            </a:r>
          </a:p>
        </p:txBody>
      </p:sp>
      <p:sp>
        <p:nvSpPr>
          <p:cNvPr id="21" name="quote_source"/>
          <p:cNvSpPr>
            <a:spLocks noGrp="1"/>
          </p:cNvSpPr>
          <p:nvPr>
            <p:ph type="body" sz="quarter" idx="11" hasCustomPrompt="1"/>
          </p:nvPr>
        </p:nvSpPr>
        <p:spPr>
          <a:xfrm>
            <a:off x="4160520" y="3977640"/>
            <a:ext cx="3840480" cy="411480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来源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言金句-左对齐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3152" y="91440"/>
            <a:ext cx="11978640" cy="438912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" name="quote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1920240"/>
            <a:ext cx="8961120" cy="1508760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金句</a:t>
            </a:r>
          </a:p>
        </p:txBody>
      </p:sp>
      <p:sp>
        <p:nvSpPr>
          <p:cNvPr id="21" name="quote_source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3886200"/>
            <a:ext cx="3840480" cy="411480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rgbClr val="0368B7"/>
                </a:solidFill>
                <a:latin typeface="Microsoft YaHei"/>
                <a:ea typeface="Microsoft YaHei"/>
              </a:defRPr>
            </a:lvl1pPr>
          </a:lstStyle>
          <a:p>
            <a:pPr lvl="0"/>
            <a:r>
              <a:rPr lang="zh-CN"/>
              <a:t>来源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4A4F86-F94C-5DB1-37C0-8934C7147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E7A5FE-0103-C1F5-39EB-989E7DE18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A3B911-4587-846E-9F36-E544D520C6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6FC39D-7B7E-624C-BF3B-FD873244DE37}" type="datetimeFigureOut">
              <a:rPr kumimoji="1" lang="zh-CN" altLang="en-US" smtClean="0"/>
              <a:t>2026/5/19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14F51B-9D34-1549-2C4D-27DD766A6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A10F91-E3CB-6063-3A33-30E937BF2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D048E2-B13B-C54B-AB69-11269BA8B1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5412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93" r:id="rId14"/>
    <p:sldLayoutId id="2147483694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C29565-F65A-3858-6E00-FF26D08007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B31761-D1AD-6E33-F572-DB537D527F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2145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0</Words>
  <Application>Microsoft Macintosh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Arial</vt:lpstr>
      <vt:lpstr>Arial Black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a52102</dc:creator>
  <cp:lastModifiedBy>a52102</cp:lastModifiedBy>
  <cp:revision>8</cp:revision>
  <dcterms:created xsi:type="dcterms:W3CDTF">2026-05-19T10:03:53Z</dcterms:created>
  <dcterms:modified xsi:type="dcterms:W3CDTF">2026-05-19T14:57:03Z</dcterms:modified>
</cp:coreProperties>
</file>